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61" r:id="rId2"/>
    <p:sldId id="316" r:id="rId3"/>
    <p:sldId id="336" r:id="rId4"/>
    <p:sldId id="318" r:id="rId5"/>
    <p:sldId id="319" r:id="rId6"/>
    <p:sldId id="337" r:id="rId7"/>
    <p:sldId id="320" r:id="rId8"/>
    <p:sldId id="312" r:id="rId9"/>
    <p:sldId id="313" r:id="rId10"/>
    <p:sldId id="314" r:id="rId11"/>
    <p:sldId id="315" r:id="rId12"/>
    <p:sldId id="338" r:id="rId13"/>
    <p:sldId id="332" r:id="rId14"/>
    <p:sldId id="335" r:id="rId15"/>
    <p:sldId id="339" r:id="rId16"/>
    <p:sldId id="323" r:id="rId17"/>
    <p:sldId id="340" r:id="rId18"/>
    <p:sldId id="324" r:id="rId19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7" clrIdx="0"/>
  <p:cmAuthor id="1" name="RADERMACHER Ansgar 206501" initials="RA2" lastIdx="1" clrIdx="1">
    <p:extLst>
      <p:ext uri="{19B8F6BF-5375-455C-9EA6-DF929625EA0E}">
        <p15:presenceInfo xmlns:p15="http://schemas.microsoft.com/office/powerpoint/2012/main" userId="S-1-5-21-1801674531-299502267-839522115-408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E4FF"/>
    <a:srgbClr val="FE7900"/>
    <a:srgbClr val="E9F3CE"/>
    <a:srgbClr val="D2FEC4"/>
    <a:srgbClr val="C9F651"/>
    <a:srgbClr val="EDFCC5"/>
    <a:srgbClr val="FF9933"/>
    <a:srgbClr val="323265"/>
    <a:srgbClr val="E6001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4067" autoAdjust="0"/>
  </p:normalViewPr>
  <p:slideViewPr>
    <p:cSldViewPr>
      <p:cViewPr varScale="1">
        <p:scale>
          <a:sx n="76" d="100"/>
          <a:sy n="76" d="100"/>
        </p:scale>
        <p:origin x="19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E47454-EE5F-442F-A42A-6EA1467110B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EED3002-AC31-47D3-BB9F-0837900FEE0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ln>
          <a:solidFill>
            <a:schemeClr val="accent2">
              <a:shade val="95000"/>
              <a:satMod val="10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Introduction</a:t>
          </a:r>
          <a:endParaRPr lang="fr-FR" dirty="0"/>
        </a:p>
      </dgm:t>
    </dgm:pt>
    <dgm:pt modelId="{3D4268A1-C612-4D5F-97C4-28E85362FD6C}" type="parTrans" cxnId="{3D12A15E-2C9B-4BB6-B32E-B3BB5DC8BEEB}">
      <dgm:prSet/>
      <dgm:spPr/>
      <dgm:t>
        <a:bodyPr/>
        <a:lstStyle/>
        <a:p>
          <a:endParaRPr lang="fr-FR"/>
        </a:p>
      </dgm:t>
    </dgm:pt>
    <dgm:pt modelId="{1BC91816-ABBD-4143-BD43-A280E05E38C2}" type="sibTrans" cxnId="{3D12A15E-2C9B-4BB6-B32E-B3BB5DC8BEEB}">
      <dgm:prSet/>
      <dgm:spPr/>
      <dgm:t>
        <a:bodyPr/>
        <a:lstStyle/>
        <a:p>
          <a:endParaRPr lang="fr-FR"/>
        </a:p>
      </dgm:t>
    </dgm:pt>
    <dgm:pt modelId="{2F12C789-D360-4E6D-96D0-D74F080AF69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 dirty="0" smtClean="0"/>
            <a:t>Conclusion and Future Work</a:t>
          </a:r>
          <a:endParaRPr lang="fr-FR" b="1" dirty="0"/>
        </a:p>
      </dgm:t>
    </dgm:pt>
    <dgm:pt modelId="{09739A44-92BC-4C43-B06F-0D5E21E2FAF0}" type="parTrans" cxnId="{DCF946AE-FDC6-4078-92B5-15ACF866DE06}">
      <dgm:prSet/>
      <dgm:spPr/>
      <dgm:t>
        <a:bodyPr/>
        <a:lstStyle/>
        <a:p>
          <a:endParaRPr lang="fr-FR"/>
        </a:p>
      </dgm:t>
    </dgm:pt>
    <dgm:pt modelId="{C82F0D6E-3BEE-410B-9AC9-13FE1A195F45}" type="sibTrans" cxnId="{DCF946AE-FDC6-4078-92B5-15ACF866DE06}">
      <dgm:prSet/>
      <dgm:spPr/>
      <dgm:t>
        <a:bodyPr/>
        <a:lstStyle/>
        <a:p>
          <a:endParaRPr lang="fr-FR"/>
        </a:p>
      </dgm:t>
    </dgm:pt>
    <dgm:pt modelId="{FEF5AB8B-238F-4144-92CE-45E7C5F66A9E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 dirty="0" smtClean="0"/>
            <a:t>Demo Video</a:t>
          </a:r>
          <a:endParaRPr lang="fr-FR" dirty="0"/>
        </a:p>
      </dgm:t>
    </dgm:pt>
    <dgm:pt modelId="{0FC889AD-CA78-4861-BC6A-C4F6C951FA5A}" type="parTrans" cxnId="{827DEF16-29EC-4FA0-9059-0F4E72019F08}">
      <dgm:prSet/>
      <dgm:spPr/>
      <dgm:t>
        <a:bodyPr/>
        <a:lstStyle/>
        <a:p>
          <a:endParaRPr lang="fr-FR"/>
        </a:p>
      </dgm:t>
    </dgm:pt>
    <dgm:pt modelId="{3B1CE8BA-51EC-4975-A155-E0C42412E7DE}" type="sibTrans" cxnId="{827DEF16-29EC-4FA0-9059-0F4E72019F08}">
      <dgm:prSet/>
      <dgm:spPr/>
      <dgm:t>
        <a:bodyPr/>
        <a:lstStyle/>
        <a:p>
          <a:endParaRPr lang="fr-FR"/>
        </a:p>
      </dgm:t>
    </dgm:pt>
    <dgm:pt modelId="{325FE6BB-CA90-4787-8742-3E870DDED72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 dirty="0" smtClean="0"/>
            <a:t>Round-trip Use-cases and Scenarios</a:t>
          </a:r>
          <a:endParaRPr lang="fr-FR" dirty="0"/>
        </a:p>
      </dgm:t>
    </dgm:pt>
    <dgm:pt modelId="{CAF05359-00A2-402A-8A6A-8620741672F9}" type="sibTrans" cxnId="{53CEEE00-0A20-4567-950F-26D082E2C28D}">
      <dgm:prSet/>
      <dgm:spPr/>
      <dgm:t>
        <a:bodyPr/>
        <a:lstStyle/>
        <a:p>
          <a:endParaRPr lang="fr-FR"/>
        </a:p>
      </dgm:t>
    </dgm:pt>
    <dgm:pt modelId="{A36E9409-D722-404C-8014-EEF397533CF9}" type="parTrans" cxnId="{53CEEE00-0A20-4567-950F-26D082E2C28D}">
      <dgm:prSet/>
      <dgm:spPr/>
      <dgm:t>
        <a:bodyPr/>
        <a:lstStyle/>
        <a:p>
          <a:endParaRPr lang="fr-FR"/>
        </a:p>
      </dgm:t>
    </dgm:pt>
    <dgm:pt modelId="{D83A679C-D240-45C3-B99F-9765B2901E3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FR" b="1" dirty="0" err="1" smtClean="0"/>
            <a:t>Implementation</a:t>
          </a:r>
          <a:r>
            <a:rPr lang="fr-FR" b="1" dirty="0" smtClean="0"/>
            <a:t> Technologies</a:t>
          </a:r>
          <a:endParaRPr lang="fr-FR" b="1" dirty="0"/>
        </a:p>
      </dgm:t>
    </dgm:pt>
    <dgm:pt modelId="{84B67DAE-BE10-457D-94BA-BF1B6319E0B5}" type="parTrans" cxnId="{91620D59-AEF8-4FAD-869B-358476E69691}">
      <dgm:prSet/>
      <dgm:spPr/>
      <dgm:t>
        <a:bodyPr/>
        <a:lstStyle/>
        <a:p>
          <a:endParaRPr lang="fr-FR"/>
        </a:p>
      </dgm:t>
    </dgm:pt>
    <dgm:pt modelId="{29D55F84-F3CC-4BEA-B384-8100723D184A}" type="sibTrans" cxnId="{91620D59-AEF8-4FAD-869B-358476E69691}">
      <dgm:prSet/>
      <dgm:spPr/>
      <dgm:t>
        <a:bodyPr/>
        <a:lstStyle/>
        <a:p>
          <a:endParaRPr lang="fr-FR"/>
        </a:p>
      </dgm:t>
    </dgm:pt>
    <dgm:pt modelId="{3418D53D-3162-408D-8E60-7BA6BC22CC9E}" type="pres">
      <dgm:prSet presAssocID="{F0E47454-EE5F-442F-A42A-6EA1467110B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B5B554-9A27-45DA-85F6-FA8E776C87D3}" type="pres">
      <dgm:prSet presAssocID="{3EED3002-AC31-47D3-BB9F-0837900FEE09}" presName="composite" presStyleCnt="0"/>
      <dgm:spPr/>
    </dgm:pt>
    <dgm:pt modelId="{31FEB17F-235F-48D5-812C-55BE045B45B2}" type="pres">
      <dgm:prSet presAssocID="{3EED3002-AC31-47D3-BB9F-0837900FEE09}" presName="imgShp" presStyleLbl="fgImgPlac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  <dgm:t>
        <a:bodyPr/>
        <a:lstStyle/>
        <a:p>
          <a:endParaRPr lang="fr-FR"/>
        </a:p>
      </dgm:t>
    </dgm:pt>
    <dgm:pt modelId="{4C317902-5EFE-402C-BD69-C76F698B21A7}" type="pres">
      <dgm:prSet presAssocID="{3EED3002-AC31-47D3-BB9F-0837900FEE0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A1295C7-74EF-4EC5-86D6-A8F11E0F5735}" type="pres">
      <dgm:prSet presAssocID="{1BC91816-ABBD-4143-BD43-A280E05E38C2}" presName="spacing" presStyleCnt="0"/>
      <dgm:spPr/>
    </dgm:pt>
    <dgm:pt modelId="{A71E5FEA-F8E7-4018-91C8-C31067C37004}" type="pres">
      <dgm:prSet presAssocID="{325FE6BB-CA90-4787-8742-3E870DDED725}" presName="composite" presStyleCnt="0"/>
      <dgm:spPr/>
    </dgm:pt>
    <dgm:pt modelId="{21FA496C-55E1-4644-AE15-9A9EF2A6B410}" type="pres">
      <dgm:prSet presAssocID="{325FE6BB-CA90-4787-8742-3E870DDED725}" presName="imgShp" presStyleLbl="fgImgPlace1" presStyleIdx="1" presStyleCnt="5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</dgm:spPr>
      <dgm:t>
        <a:bodyPr/>
        <a:lstStyle/>
        <a:p>
          <a:endParaRPr lang="fr-FR"/>
        </a:p>
      </dgm:t>
    </dgm:pt>
    <dgm:pt modelId="{3FDF4AA2-1A8B-49C6-A1C3-C7700764DA7B}" type="pres">
      <dgm:prSet presAssocID="{325FE6BB-CA90-4787-8742-3E870DDED725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96957ED-DE5B-458D-90BE-2A5949603E25}" type="pres">
      <dgm:prSet presAssocID="{CAF05359-00A2-402A-8A6A-8620741672F9}" presName="spacing" presStyleCnt="0"/>
      <dgm:spPr/>
    </dgm:pt>
    <dgm:pt modelId="{A8FB9B25-DFFF-4F5B-A191-84F60A679D45}" type="pres">
      <dgm:prSet presAssocID="{D83A679C-D240-45C3-B99F-9765B2901E35}" presName="composite" presStyleCnt="0"/>
      <dgm:spPr/>
    </dgm:pt>
    <dgm:pt modelId="{393C9259-4464-4AC6-B696-7343AD548B13}" type="pres">
      <dgm:prSet presAssocID="{D83A679C-D240-45C3-B99F-9765B2901E35}" presName="imgShp" presStyleLbl="fgImgPlace1" presStyleIdx="2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3115E27-228E-4B91-B95D-530143F8F43D}" type="pres">
      <dgm:prSet presAssocID="{D83A679C-D240-45C3-B99F-9765B2901E35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15AA6E4-8391-409D-B513-DC38BB2F51F2}" type="pres">
      <dgm:prSet presAssocID="{29D55F84-F3CC-4BEA-B384-8100723D184A}" presName="spacing" presStyleCnt="0"/>
      <dgm:spPr/>
    </dgm:pt>
    <dgm:pt modelId="{D599C4A4-8ABF-4D12-8BA0-E277211A313A}" type="pres">
      <dgm:prSet presAssocID="{FEF5AB8B-238F-4144-92CE-45E7C5F66A9E}" presName="composite" presStyleCnt="0"/>
      <dgm:spPr/>
    </dgm:pt>
    <dgm:pt modelId="{3E5BEBD5-89A9-407D-BB4C-EED42C008B27}" type="pres">
      <dgm:prSet presAssocID="{FEF5AB8B-238F-4144-92CE-45E7C5F66A9E}" presName="imgShp" presStyleLbl="fgImgPlace1" presStyleIdx="3" presStyleCnt="5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</dgm:spPr>
      <dgm:t>
        <a:bodyPr/>
        <a:lstStyle/>
        <a:p>
          <a:endParaRPr lang="fr-FR"/>
        </a:p>
      </dgm:t>
    </dgm:pt>
    <dgm:pt modelId="{FB3FC997-6AFB-48A4-9837-E08371129C35}" type="pres">
      <dgm:prSet presAssocID="{FEF5AB8B-238F-4144-92CE-45E7C5F66A9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A0B47D-876A-40BE-9207-A03A64908CB8}" type="pres">
      <dgm:prSet presAssocID="{3B1CE8BA-51EC-4975-A155-E0C42412E7DE}" presName="spacing" presStyleCnt="0"/>
      <dgm:spPr/>
    </dgm:pt>
    <dgm:pt modelId="{09A62CB9-E46E-4BFA-A608-E0C7B91A14F0}" type="pres">
      <dgm:prSet presAssocID="{2F12C789-D360-4E6D-96D0-D74F080AF699}" presName="composite" presStyleCnt="0"/>
      <dgm:spPr/>
    </dgm:pt>
    <dgm:pt modelId="{C4CFA0C1-50EE-4F0D-8C81-F037F313C725}" type="pres">
      <dgm:prSet presAssocID="{2F12C789-D360-4E6D-96D0-D74F080AF699}" presName="imgShp" presStyleLbl="fgImgPlace1" presStyleIdx="4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fr-FR"/>
        </a:p>
      </dgm:t>
    </dgm:pt>
    <dgm:pt modelId="{A99B6B24-517D-4C9A-B2C5-4C9CC123C482}" type="pres">
      <dgm:prSet presAssocID="{2F12C789-D360-4E6D-96D0-D74F080AF699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D12A15E-2C9B-4BB6-B32E-B3BB5DC8BEEB}" srcId="{F0E47454-EE5F-442F-A42A-6EA1467110B6}" destId="{3EED3002-AC31-47D3-BB9F-0837900FEE09}" srcOrd="0" destOrd="0" parTransId="{3D4268A1-C612-4D5F-97C4-28E85362FD6C}" sibTransId="{1BC91816-ABBD-4143-BD43-A280E05E38C2}"/>
    <dgm:cxn modelId="{DCF946AE-FDC6-4078-92B5-15ACF866DE06}" srcId="{F0E47454-EE5F-442F-A42A-6EA1467110B6}" destId="{2F12C789-D360-4E6D-96D0-D74F080AF699}" srcOrd="4" destOrd="0" parTransId="{09739A44-92BC-4C43-B06F-0D5E21E2FAF0}" sibTransId="{C82F0D6E-3BEE-410B-9AC9-13FE1A195F45}"/>
    <dgm:cxn modelId="{9F35BC6A-65AF-4DE3-8FD3-0DD8F95C41FC}" type="presOf" srcId="{D83A679C-D240-45C3-B99F-9765B2901E35}" destId="{93115E27-228E-4B91-B95D-530143F8F43D}" srcOrd="0" destOrd="0" presId="urn:microsoft.com/office/officeart/2005/8/layout/vList3#1"/>
    <dgm:cxn modelId="{AA829C57-F3E7-4904-886F-21480A4CD078}" type="presOf" srcId="{2F12C789-D360-4E6D-96D0-D74F080AF699}" destId="{A99B6B24-517D-4C9A-B2C5-4C9CC123C482}" srcOrd="0" destOrd="0" presId="urn:microsoft.com/office/officeart/2005/8/layout/vList3#1"/>
    <dgm:cxn modelId="{8C25A49A-C7CA-4BDF-9429-8B225CF7DBD3}" type="presOf" srcId="{3EED3002-AC31-47D3-BB9F-0837900FEE09}" destId="{4C317902-5EFE-402C-BD69-C76F698B21A7}" srcOrd="0" destOrd="0" presId="urn:microsoft.com/office/officeart/2005/8/layout/vList3#1"/>
    <dgm:cxn modelId="{B871C4BD-239D-4230-BC68-C4BDD99438C0}" type="presOf" srcId="{325FE6BB-CA90-4787-8742-3E870DDED725}" destId="{3FDF4AA2-1A8B-49C6-A1C3-C7700764DA7B}" srcOrd="0" destOrd="0" presId="urn:microsoft.com/office/officeart/2005/8/layout/vList3#1"/>
    <dgm:cxn modelId="{91620D59-AEF8-4FAD-869B-358476E69691}" srcId="{F0E47454-EE5F-442F-A42A-6EA1467110B6}" destId="{D83A679C-D240-45C3-B99F-9765B2901E35}" srcOrd="2" destOrd="0" parTransId="{84B67DAE-BE10-457D-94BA-BF1B6319E0B5}" sibTransId="{29D55F84-F3CC-4BEA-B384-8100723D184A}"/>
    <dgm:cxn modelId="{4B761314-923F-450E-86CA-E84B6CC5C8D2}" type="presOf" srcId="{F0E47454-EE5F-442F-A42A-6EA1467110B6}" destId="{3418D53D-3162-408D-8E60-7BA6BC22CC9E}" srcOrd="0" destOrd="0" presId="urn:microsoft.com/office/officeart/2005/8/layout/vList3#1"/>
    <dgm:cxn modelId="{53CEEE00-0A20-4567-950F-26D082E2C28D}" srcId="{F0E47454-EE5F-442F-A42A-6EA1467110B6}" destId="{325FE6BB-CA90-4787-8742-3E870DDED725}" srcOrd="1" destOrd="0" parTransId="{A36E9409-D722-404C-8014-EEF397533CF9}" sibTransId="{CAF05359-00A2-402A-8A6A-8620741672F9}"/>
    <dgm:cxn modelId="{827DEF16-29EC-4FA0-9059-0F4E72019F08}" srcId="{F0E47454-EE5F-442F-A42A-6EA1467110B6}" destId="{FEF5AB8B-238F-4144-92CE-45E7C5F66A9E}" srcOrd="3" destOrd="0" parTransId="{0FC889AD-CA78-4861-BC6A-C4F6C951FA5A}" sibTransId="{3B1CE8BA-51EC-4975-A155-E0C42412E7DE}"/>
    <dgm:cxn modelId="{ECC9E374-D909-4AB9-8FA9-2C10D1A21BB9}" type="presOf" srcId="{FEF5AB8B-238F-4144-92CE-45E7C5F66A9E}" destId="{FB3FC997-6AFB-48A4-9837-E08371129C35}" srcOrd="0" destOrd="0" presId="urn:microsoft.com/office/officeart/2005/8/layout/vList3#1"/>
    <dgm:cxn modelId="{7ED04E69-EEE0-47D8-988B-D8A9251B283F}" type="presParOf" srcId="{3418D53D-3162-408D-8E60-7BA6BC22CC9E}" destId="{96B5B554-9A27-45DA-85F6-FA8E776C87D3}" srcOrd="0" destOrd="0" presId="urn:microsoft.com/office/officeart/2005/8/layout/vList3#1"/>
    <dgm:cxn modelId="{18F20C31-70C6-4F9A-AB33-AE42E274E31D}" type="presParOf" srcId="{96B5B554-9A27-45DA-85F6-FA8E776C87D3}" destId="{31FEB17F-235F-48D5-812C-55BE045B45B2}" srcOrd="0" destOrd="0" presId="urn:microsoft.com/office/officeart/2005/8/layout/vList3#1"/>
    <dgm:cxn modelId="{7F635203-2129-4101-B533-880B5EA30E06}" type="presParOf" srcId="{96B5B554-9A27-45DA-85F6-FA8E776C87D3}" destId="{4C317902-5EFE-402C-BD69-C76F698B21A7}" srcOrd="1" destOrd="0" presId="urn:microsoft.com/office/officeart/2005/8/layout/vList3#1"/>
    <dgm:cxn modelId="{27D9BC86-D5A4-4498-A7C7-5775A3A128E9}" type="presParOf" srcId="{3418D53D-3162-408D-8E60-7BA6BC22CC9E}" destId="{2A1295C7-74EF-4EC5-86D6-A8F11E0F5735}" srcOrd="1" destOrd="0" presId="urn:microsoft.com/office/officeart/2005/8/layout/vList3#1"/>
    <dgm:cxn modelId="{5DD7FDF3-F3CA-494E-95A1-65B21E91288F}" type="presParOf" srcId="{3418D53D-3162-408D-8E60-7BA6BC22CC9E}" destId="{A71E5FEA-F8E7-4018-91C8-C31067C37004}" srcOrd="2" destOrd="0" presId="urn:microsoft.com/office/officeart/2005/8/layout/vList3#1"/>
    <dgm:cxn modelId="{936D3391-78C5-4ED7-841F-D111F060739A}" type="presParOf" srcId="{A71E5FEA-F8E7-4018-91C8-C31067C37004}" destId="{21FA496C-55E1-4644-AE15-9A9EF2A6B410}" srcOrd="0" destOrd="0" presId="urn:microsoft.com/office/officeart/2005/8/layout/vList3#1"/>
    <dgm:cxn modelId="{644D8593-3E56-464E-8187-DD997716E402}" type="presParOf" srcId="{A71E5FEA-F8E7-4018-91C8-C31067C37004}" destId="{3FDF4AA2-1A8B-49C6-A1C3-C7700764DA7B}" srcOrd="1" destOrd="0" presId="urn:microsoft.com/office/officeart/2005/8/layout/vList3#1"/>
    <dgm:cxn modelId="{5551240E-3230-48FA-9195-672ABC09E265}" type="presParOf" srcId="{3418D53D-3162-408D-8E60-7BA6BC22CC9E}" destId="{796957ED-DE5B-458D-90BE-2A5949603E25}" srcOrd="3" destOrd="0" presId="urn:microsoft.com/office/officeart/2005/8/layout/vList3#1"/>
    <dgm:cxn modelId="{15B65E4A-FE6F-4114-AF9C-CE702CABA390}" type="presParOf" srcId="{3418D53D-3162-408D-8E60-7BA6BC22CC9E}" destId="{A8FB9B25-DFFF-4F5B-A191-84F60A679D45}" srcOrd="4" destOrd="0" presId="urn:microsoft.com/office/officeart/2005/8/layout/vList3#1"/>
    <dgm:cxn modelId="{9F04678E-C3AE-4842-B9D8-33E0E2D3E6F0}" type="presParOf" srcId="{A8FB9B25-DFFF-4F5B-A191-84F60A679D45}" destId="{393C9259-4464-4AC6-B696-7343AD548B13}" srcOrd="0" destOrd="0" presId="urn:microsoft.com/office/officeart/2005/8/layout/vList3#1"/>
    <dgm:cxn modelId="{7B4DED87-A3B3-4C07-A807-2A0591D0B336}" type="presParOf" srcId="{A8FB9B25-DFFF-4F5B-A191-84F60A679D45}" destId="{93115E27-228E-4B91-B95D-530143F8F43D}" srcOrd="1" destOrd="0" presId="urn:microsoft.com/office/officeart/2005/8/layout/vList3#1"/>
    <dgm:cxn modelId="{4CA0803B-F2C3-4F89-94CA-FCF0EF08E20E}" type="presParOf" srcId="{3418D53D-3162-408D-8E60-7BA6BC22CC9E}" destId="{915AA6E4-8391-409D-B513-DC38BB2F51F2}" srcOrd="5" destOrd="0" presId="urn:microsoft.com/office/officeart/2005/8/layout/vList3#1"/>
    <dgm:cxn modelId="{EFF5A5AF-40C1-4827-927B-86CA380ED863}" type="presParOf" srcId="{3418D53D-3162-408D-8E60-7BA6BC22CC9E}" destId="{D599C4A4-8ABF-4D12-8BA0-E277211A313A}" srcOrd="6" destOrd="0" presId="urn:microsoft.com/office/officeart/2005/8/layout/vList3#1"/>
    <dgm:cxn modelId="{BD0E1293-4A08-45DB-BE96-87C9D6CBF5A6}" type="presParOf" srcId="{D599C4A4-8ABF-4D12-8BA0-E277211A313A}" destId="{3E5BEBD5-89A9-407D-BB4C-EED42C008B27}" srcOrd="0" destOrd="0" presId="urn:microsoft.com/office/officeart/2005/8/layout/vList3#1"/>
    <dgm:cxn modelId="{9FFD453C-7ACD-449A-8E09-50BB2A1798CC}" type="presParOf" srcId="{D599C4A4-8ABF-4D12-8BA0-E277211A313A}" destId="{FB3FC997-6AFB-48A4-9837-E08371129C35}" srcOrd="1" destOrd="0" presId="urn:microsoft.com/office/officeart/2005/8/layout/vList3#1"/>
    <dgm:cxn modelId="{23A45B33-8012-4D2D-A2B1-20EA40DFC37F}" type="presParOf" srcId="{3418D53D-3162-408D-8E60-7BA6BC22CC9E}" destId="{EAA0B47D-876A-40BE-9207-A03A64908CB8}" srcOrd="7" destOrd="0" presId="urn:microsoft.com/office/officeart/2005/8/layout/vList3#1"/>
    <dgm:cxn modelId="{F7243143-FC7E-40B9-9B46-5D952DD9599A}" type="presParOf" srcId="{3418D53D-3162-408D-8E60-7BA6BC22CC9E}" destId="{09A62CB9-E46E-4BFA-A608-E0C7B91A14F0}" srcOrd="8" destOrd="0" presId="urn:microsoft.com/office/officeart/2005/8/layout/vList3#1"/>
    <dgm:cxn modelId="{CEBEA765-BDE8-409E-AFF5-66C8B996AF30}" type="presParOf" srcId="{09A62CB9-E46E-4BFA-A608-E0C7B91A14F0}" destId="{C4CFA0C1-50EE-4F0D-8C81-F037F313C725}" srcOrd="0" destOrd="0" presId="urn:microsoft.com/office/officeart/2005/8/layout/vList3#1"/>
    <dgm:cxn modelId="{8D57299E-B5AB-4A5E-8190-600965F86897}" type="presParOf" srcId="{09A62CB9-E46E-4BFA-A608-E0C7B91A14F0}" destId="{A99B6B24-517D-4C9A-B2C5-4C9CC123C482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E47454-EE5F-442F-A42A-6EA1467110B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EED3002-AC31-47D3-BB9F-0837900FEE0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ln>
          <a:solidFill>
            <a:schemeClr val="accent2">
              <a:shade val="95000"/>
              <a:satMod val="10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Introduction</a:t>
          </a:r>
          <a:endParaRPr lang="fr-FR" dirty="0"/>
        </a:p>
      </dgm:t>
    </dgm:pt>
    <dgm:pt modelId="{3D4268A1-C612-4D5F-97C4-28E85362FD6C}" type="parTrans" cxnId="{3D12A15E-2C9B-4BB6-B32E-B3BB5DC8BEEB}">
      <dgm:prSet/>
      <dgm:spPr/>
      <dgm:t>
        <a:bodyPr/>
        <a:lstStyle/>
        <a:p>
          <a:endParaRPr lang="fr-FR"/>
        </a:p>
      </dgm:t>
    </dgm:pt>
    <dgm:pt modelId="{1BC91816-ABBD-4143-BD43-A280E05E38C2}" type="sibTrans" cxnId="{3D12A15E-2C9B-4BB6-B32E-B3BB5DC8BEEB}">
      <dgm:prSet/>
      <dgm:spPr/>
      <dgm:t>
        <a:bodyPr/>
        <a:lstStyle/>
        <a:p>
          <a:endParaRPr lang="fr-FR"/>
        </a:p>
      </dgm:t>
    </dgm:pt>
    <dgm:pt modelId="{2F12C789-D360-4E6D-96D0-D74F080AF69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Conclusion and Future Work</a:t>
          </a:r>
          <a:endParaRPr lang="fr-FR" b="1" dirty="0"/>
        </a:p>
      </dgm:t>
    </dgm:pt>
    <dgm:pt modelId="{09739A44-92BC-4C43-B06F-0D5E21E2FAF0}" type="parTrans" cxnId="{DCF946AE-FDC6-4078-92B5-15ACF866DE06}">
      <dgm:prSet/>
      <dgm:spPr/>
      <dgm:t>
        <a:bodyPr/>
        <a:lstStyle/>
        <a:p>
          <a:endParaRPr lang="fr-FR"/>
        </a:p>
      </dgm:t>
    </dgm:pt>
    <dgm:pt modelId="{C82F0D6E-3BEE-410B-9AC9-13FE1A195F45}" type="sibTrans" cxnId="{DCF946AE-FDC6-4078-92B5-15ACF866DE06}">
      <dgm:prSet/>
      <dgm:spPr/>
      <dgm:t>
        <a:bodyPr/>
        <a:lstStyle/>
        <a:p>
          <a:endParaRPr lang="fr-FR"/>
        </a:p>
      </dgm:t>
    </dgm:pt>
    <dgm:pt modelId="{FEF5AB8B-238F-4144-92CE-45E7C5F66A9E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Demo Video</a:t>
          </a:r>
          <a:endParaRPr lang="fr-FR" dirty="0"/>
        </a:p>
      </dgm:t>
    </dgm:pt>
    <dgm:pt modelId="{0FC889AD-CA78-4861-BC6A-C4F6C951FA5A}" type="parTrans" cxnId="{827DEF16-29EC-4FA0-9059-0F4E72019F08}">
      <dgm:prSet/>
      <dgm:spPr/>
      <dgm:t>
        <a:bodyPr/>
        <a:lstStyle/>
        <a:p>
          <a:endParaRPr lang="fr-FR"/>
        </a:p>
      </dgm:t>
    </dgm:pt>
    <dgm:pt modelId="{3B1CE8BA-51EC-4975-A155-E0C42412E7DE}" type="sibTrans" cxnId="{827DEF16-29EC-4FA0-9059-0F4E72019F08}">
      <dgm:prSet/>
      <dgm:spPr/>
      <dgm:t>
        <a:bodyPr/>
        <a:lstStyle/>
        <a:p>
          <a:endParaRPr lang="fr-FR"/>
        </a:p>
      </dgm:t>
    </dgm:pt>
    <dgm:pt modelId="{325FE6BB-CA90-4787-8742-3E870DDED72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Round-trip Use-cases and Scenarios</a:t>
          </a:r>
          <a:endParaRPr lang="fr-FR" dirty="0"/>
        </a:p>
      </dgm:t>
    </dgm:pt>
    <dgm:pt modelId="{CAF05359-00A2-402A-8A6A-8620741672F9}" type="sibTrans" cxnId="{53CEEE00-0A20-4567-950F-26D082E2C28D}">
      <dgm:prSet/>
      <dgm:spPr/>
      <dgm:t>
        <a:bodyPr/>
        <a:lstStyle/>
        <a:p>
          <a:endParaRPr lang="fr-FR"/>
        </a:p>
      </dgm:t>
    </dgm:pt>
    <dgm:pt modelId="{A36E9409-D722-404C-8014-EEF397533CF9}" type="parTrans" cxnId="{53CEEE00-0A20-4567-950F-26D082E2C28D}">
      <dgm:prSet/>
      <dgm:spPr/>
      <dgm:t>
        <a:bodyPr/>
        <a:lstStyle/>
        <a:p>
          <a:endParaRPr lang="fr-FR"/>
        </a:p>
      </dgm:t>
    </dgm:pt>
    <dgm:pt modelId="{D83A679C-D240-45C3-B99F-9765B2901E3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fr-FR" b="1" dirty="0" err="1" smtClean="0"/>
            <a:t>Implementation</a:t>
          </a:r>
          <a:r>
            <a:rPr lang="fr-FR" b="1" dirty="0" smtClean="0"/>
            <a:t> Technologies</a:t>
          </a:r>
          <a:endParaRPr lang="fr-FR" b="1" dirty="0"/>
        </a:p>
      </dgm:t>
    </dgm:pt>
    <dgm:pt modelId="{84B67DAE-BE10-457D-94BA-BF1B6319E0B5}" type="parTrans" cxnId="{91620D59-AEF8-4FAD-869B-358476E69691}">
      <dgm:prSet/>
      <dgm:spPr/>
      <dgm:t>
        <a:bodyPr/>
        <a:lstStyle/>
        <a:p>
          <a:endParaRPr lang="fr-FR"/>
        </a:p>
      </dgm:t>
    </dgm:pt>
    <dgm:pt modelId="{29D55F84-F3CC-4BEA-B384-8100723D184A}" type="sibTrans" cxnId="{91620D59-AEF8-4FAD-869B-358476E69691}">
      <dgm:prSet/>
      <dgm:spPr/>
      <dgm:t>
        <a:bodyPr/>
        <a:lstStyle/>
        <a:p>
          <a:endParaRPr lang="fr-FR"/>
        </a:p>
      </dgm:t>
    </dgm:pt>
    <dgm:pt modelId="{3418D53D-3162-408D-8E60-7BA6BC22CC9E}" type="pres">
      <dgm:prSet presAssocID="{F0E47454-EE5F-442F-A42A-6EA1467110B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B5B554-9A27-45DA-85F6-FA8E776C87D3}" type="pres">
      <dgm:prSet presAssocID="{3EED3002-AC31-47D3-BB9F-0837900FEE09}" presName="composite" presStyleCnt="0"/>
      <dgm:spPr/>
    </dgm:pt>
    <dgm:pt modelId="{31FEB17F-235F-48D5-812C-55BE045B45B2}" type="pres">
      <dgm:prSet presAssocID="{3EED3002-AC31-47D3-BB9F-0837900FEE09}" presName="imgShp" presStyleLbl="fgImgPlac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  <dgm:t>
        <a:bodyPr/>
        <a:lstStyle/>
        <a:p>
          <a:endParaRPr lang="fr-FR"/>
        </a:p>
      </dgm:t>
    </dgm:pt>
    <dgm:pt modelId="{4C317902-5EFE-402C-BD69-C76F698B21A7}" type="pres">
      <dgm:prSet presAssocID="{3EED3002-AC31-47D3-BB9F-0837900FEE0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A1295C7-74EF-4EC5-86D6-A8F11E0F5735}" type="pres">
      <dgm:prSet presAssocID="{1BC91816-ABBD-4143-BD43-A280E05E38C2}" presName="spacing" presStyleCnt="0"/>
      <dgm:spPr/>
    </dgm:pt>
    <dgm:pt modelId="{A71E5FEA-F8E7-4018-91C8-C31067C37004}" type="pres">
      <dgm:prSet presAssocID="{325FE6BB-CA90-4787-8742-3E870DDED725}" presName="composite" presStyleCnt="0"/>
      <dgm:spPr/>
    </dgm:pt>
    <dgm:pt modelId="{21FA496C-55E1-4644-AE15-9A9EF2A6B410}" type="pres">
      <dgm:prSet presAssocID="{325FE6BB-CA90-4787-8742-3E870DDED725}" presName="imgShp" presStyleLbl="fgImgPlace1" presStyleIdx="1" presStyleCnt="5"/>
      <dgm:spPr>
        <a:blipFill dpi="0" rotWithShape="1">
          <a:blip xmlns:r="http://schemas.openxmlformats.org/officeDocument/2006/relationships"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</dgm:spPr>
      <dgm:t>
        <a:bodyPr/>
        <a:lstStyle/>
        <a:p>
          <a:endParaRPr lang="fr-FR"/>
        </a:p>
      </dgm:t>
    </dgm:pt>
    <dgm:pt modelId="{3FDF4AA2-1A8B-49C6-A1C3-C7700764DA7B}" type="pres">
      <dgm:prSet presAssocID="{325FE6BB-CA90-4787-8742-3E870DDED725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96957ED-DE5B-458D-90BE-2A5949603E25}" type="pres">
      <dgm:prSet presAssocID="{CAF05359-00A2-402A-8A6A-8620741672F9}" presName="spacing" presStyleCnt="0"/>
      <dgm:spPr/>
    </dgm:pt>
    <dgm:pt modelId="{A8FB9B25-DFFF-4F5B-A191-84F60A679D45}" type="pres">
      <dgm:prSet presAssocID="{D83A679C-D240-45C3-B99F-9765B2901E35}" presName="composite" presStyleCnt="0"/>
      <dgm:spPr/>
    </dgm:pt>
    <dgm:pt modelId="{393C9259-4464-4AC6-B696-7343AD548B13}" type="pres">
      <dgm:prSet presAssocID="{D83A679C-D240-45C3-B99F-9765B2901E35}" presName="imgShp" presStyleLbl="fgImgPlace1" presStyleIdx="2" presStyleCnt="5"/>
      <dgm:spPr>
        <a:blipFill>
          <a:blip xmlns:r="http://schemas.openxmlformats.org/officeDocument/2006/relationships"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3115E27-228E-4B91-B95D-530143F8F43D}" type="pres">
      <dgm:prSet presAssocID="{D83A679C-D240-45C3-B99F-9765B2901E35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15AA6E4-8391-409D-B513-DC38BB2F51F2}" type="pres">
      <dgm:prSet presAssocID="{29D55F84-F3CC-4BEA-B384-8100723D184A}" presName="spacing" presStyleCnt="0"/>
      <dgm:spPr/>
    </dgm:pt>
    <dgm:pt modelId="{D599C4A4-8ABF-4D12-8BA0-E277211A313A}" type="pres">
      <dgm:prSet presAssocID="{FEF5AB8B-238F-4144-92CE-45E7C5F66A9E}" presName="composite" presStyleCnt="0"/>
      <dgm:spPr/>
    </dgm:pt>
    <dgm:pt modelId="{3E5BEBD5-89A9-407D-BB4C-EED42C008B27}" type="pres">
      <dgm:prSet presAssocID="{FEF5AB8B-238F-4144-92CE-45E7C5F66A9E}" presName="imgShp" presStyleLbl="fgImgPlace1" presStyleIdx="3" presStyleCnt="5"/>
      <dgm:spPr>
        <a:blipFill dpi="0" rotWithShape="1">
          <a:blip xmlns:r="http://schemas.openxmlformats.org/officeDocument/2006/relationships"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</dgm:spPr>
      <dgm:t>
        <a:bodyPr/>
        <a:lstStyle/>
        <a:p>
          <a:endParaRPr lang="fr-FR"/>
        </a:p>
      </dgm:t>
    </dgm:pt>
    <dgm:pt modelId="{FB3FC997-6AFB-48A4-9837-E08371129C35}" type="pres">
      <dgm:prSet presAssocID="{FEF5AB8B-238F-4144-92CE-45E7C5F66A9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A0B47D-876A-40BE-9207-A03A64908CB8}" type="pres">
      <dgm:prSet presAssocID="{3B1CE8BA-51EC-4975-A155-E0C42412E7DE}" presName="spacing" presStyleCnt="0"/>
      <dgm:spPr/>
    </dgm:pt>
    <dgm:pt modelId="{09A62CB9-E46E-4BFA-A608-E0C7B91A14F0}" type="pres">
      <dgm:prSet presAssocID="{2F12C789-D360-4E6D-96D0-D74F080AF699}" presName="composite" presStyleCnt="0"/>
      <dgm:spPr/>
    </dgm:pt>
    <dgm:pt modelId="{C4CFA0C1-50EE-4F0D-8C81-F037F313C725}" type="pres">
      <dgm:prSet presAssocID="{2F12C789-D360-4E6D-96D0-D74F080AF699}" presName="imgShp" presStyleLbl="fgImgPlace1" presStyleIdx="4" presStyleCnt="5"/>
      <dgm:spPr>
        <a:blipFill>
          <a:blip xmlns:r="http://schemas.openxmlformats.org/officeDocument/2006/relationships"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fr-FR"/>
        </a:p>
      </dgm:t>
    </dgm:pt>
    <dgm:pt modelId="{A99B6B24-517D-4C9A-B2C5-4C9CC123C482}" type="pres">
      <dgm:prSet presAssocID="{2F12C789-D360-4E6D-96D0-D74F080AF699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DCE6A7B-47D0-4CF7-8C8B-9DE003D8B4F4}" type="presOf" srcId="{3EED3002-AC31-47D3-BB9F-0837900FEE09}" destId="{4C317902-5EFE-402C-BD69-C76F698B21A7}" srcOrd="0" destOrd="0" presId="urn:microsoft.com/office/officeart/2005/8/layout/vList3#1"/>
    <dgm:cxn modelId="{10DB401B-F029-4C54-BB12-98DD5FA7F088}" type="presOf" srcId="{325FE6BB-CA90-4787-8742-3E870DDED725}" destId="{3FDF4AA2-1A8B-49C6-A1C3-C7700764DA7B}" srcOrd="0" destOrd="0" presId="urn:microsoft.com/office/officeart/2005/8/layout/vList3#1"/>
    <dgm:cxn modelId="{3B9DA789-EDBE-4812-89B2-986D3B7B2E0F}" type="presOf" srcId="{F0E47454-EE5F-442F-A42A-6EA1467110B6}" destId="{3418D53D-3162-408D-8E60-7BA6BC22CC9E}" srcOrd="0" destOrd="0" presId="urn:microsoft.com/office/officeart/2005/8/layout/vList3#1"/>
    <dgm:cxn modelId="{827DEF16-29EC-4FA0-9059-0F4E72019F08}" srcId="{F0E47454-EE5F-442F-A42A-6EA1467110B6}" destId="{FEF5AB8B-238F-4144-92CE-45E7C5F66A9E}" srcOrd="3" destOrd="0" parTransId="{0FC889AD-CA78-4861-BC6A-C4F6C951FA5A}" sibTransId="{3B1CE8BA-51EC-4975-A155-E0C42412E7DE}"/>
    <dgm:cxn modelId="{53CEEE00-0A20-4567-950F-26D082E2C28D}" srcId="{F0E47454-EE5F-442F-A42A-6EA1467110B6}" destId="{325FE6BB-CA90-4787-8742-3E870DDED725}" srcOrd="1" destOrd="0" parTransId="{A36E9409-D722-404C-8014-EEF397533CF9}" sibTransId="{CAF05359-00A2-402A-8A6A-8620741672F9}"/>
    <dgm:cxn modelId="{91620D59-AEF8-4FAD-869B-358476E69691}" srcId="{F0E47454-EE5F-442F-A42A-6EA1467110B6}" destId="{D83A679C-D240-45C3-B99F-9765B2901E35}" srcOrd="2" destOrd="0" parTransId="{84B67DAE-BE10-457D-94BA-BF1B6319E0B5}" sibTransId="{29D55F84-F3CC-4BEA-B384-8100723D184A}"/>
    <dgm:cxn modelId="{826E2F61-1954-4CDC-9810-B7A156BB11F1}" type="presOf" srcId="{D83A679C-D240-45C3-B99F-9765B2901E35}" destId="{93115E27-228E-4B91-B95D-530143F8F43D}" srcOrd="0" destOrd="0" presId="urn:microsoft.com/office/officeart/2005/8/layout/vList3#1"/>
    <dgm:cxn modelId="{94ED944F-4143-4385-86A0-BD0C6245184A}" type="presOf" srcId="{FEF5AB8B-238F-4144-92CE-45E7C5F66A9E}" destId="{FB3FC997-6AFB-48A4-9837-E08371129C35}" srcOrd="0" destOrd="0" presId="urn:microsoft.com/office/officeart/2005/8/layout/vList3#1"/>
    <dgm:cxn modelId="{3D12A15E-2C9B-4BB6-B32E-B3BB5DC8BEEB}" srcId="{F0E47454-EE5F-442F-A42A-6EA1467110B6}" destId="{3EED3002-AC31-47D3-BB9F-0837900FEE09}" srcOrd="0" destOrd="0" parTransId="{3D4268A1-C612-4D5F-97C4-28E85362FD6C}" sibTransId="{1BC91816-ABBD-4143-BD43-A280E05E38C2}"/>
    <dgm:cxn modelId="{E3887A6F-1029-4E8B-9568-8C805A8E5FAB}" type="presOf" srcId="{2F12C789-D360-4E6D-96D0-D74F080AF699}" destId="{A99B6B24-517D-4C9A-B2C5-4C9CC123C482}" srcOrd="0" destOrd="0" presId="urn:microsoft.com/office/officeart/2005/8/layout/vList3#1"/>
    <dgm:cxn modelId="{DCF946AE-FDC6-4078-92B5-15ACF866DE06}" srcId="{F0E47454-EE5F-442F-A42A-6EA1467110B6}" destId="{2F12C789-D360-4E6D-96D0-D74F080AF699}" srcOrd="4" destOrd="0" parTransId="{09739A44-92BC-4C43-B06F-0D5E21E2FAF0}" sibTransId="{C82F0D6E-3BEE-410B-9AC9-13FE1A195F45}"/>
    <dgm:cxn modelId="{0D4CF585-1C7A-4A81-89DB-EB70CFC9955F}" type="presParOf" srcId="{3418D53D-3162-408D-8E60-7BA6BC22CC9E}" destId="{96B5B554-9A27-45DA-85F6-FA8E776C87D3}" srcOrd="0" destOrd="0" presId="urn:microsoft.com/office/officeart/2005/8/layout/vList3#1"/>
    <dgm:cxn modelId="{D62ADDD5-BE45-40F8-8957-298C08EE3548}" type="presParOf" srcId="{96B5B554-9A27-45DA-85F6-FA8E776C87D3}" destId="{31FEB17F-235F-48D5-812C-55BE045B45B2}" srcOrd="0" destOrd="0" presId="urn:microsoft.com/office/officeart/2005/8/layout/vList3#1"/>
    <dgm:cxn modelId="{171A16D3-D0DD-4283-97C8-6CDAAFDCD1CD}" type="presParOf" srcId="{96B5B554-9A27-45DA-85F6-FA8E776C87D3}" destId="{4C317902-5EFE-402C-BD69-C76F698B21A7}" srcOrd="1" destOrd="0" presId="urn:microsoft.com/office/officeart/2005/8/layout/vList3#1"/>
    <dgm:cxn modelId="{13B88A73-2BF4-4CD1-A608-AAC14827A08D}" type="presParOf" srcId="{3418D53D-3162-408D-8E60-7BA6BC22CC9E}" destId="{2A1295C7-74EF-4EC5-86D6-A8F11E0F5735}" srcOrd="1" destOrd="0" presId="urn:microsoft.com/office/officeart/2005/8/layout/vList3#1"/>
    <dgm:cxn modelId="{225F5B3B-6A68-412F-868E-8284AF3D85D3}" type="presParOf" srcId="{3418D53D-3162-408D-8E60-7BA6BC22CC9E}" destId="{A71E5FEA-F8E7-4018-91C8-C31067C37004}" srcOrd="2" destOrd="0" presId="urn:microsoft.com/office/officeart/2005/8/layout/vList3#1"/>
    <dgm:cxn modelId="{ED1FB7B4-374A-430D-B324-004554B50D5D}" type="presParOf" srcId="{A71E5FEA-F8E7-4018-91C8-C31067C37004}" destId="{21FA496C-55E1-4644-AE15-9A9EF2A6B410}" srcOrd="0" destOrd="0" presId="urn:microsoft.com/office/officeart/2005/8/layout/vList3#1"/>
    <dgm:cxn modelId="{2B620FAC-9230-49D7-B82A-5AA648F9C22F}" type="presParOf" srcId="{A71E5FEA-F8E7-4018-91C8-C31067C37004}" destId="{3FDF4AA2-1A8B-49C6-A1C3-C7700764DA7B}" srcOrd="1" destOrd="0" presId="urn:microsoft.com/office/officeart/2005/8/layout/vList3#1"/>
    <dgm:cxn modelId="{CF0927E5-6976-4D20-BB1D-C2D2BBFF515A}" type="presParOf" srcId="{3418D53D-3162-408D-8E60-7BA6BC22CC9E}" destId="{796957ED-DE5B-458D-90BE-2A5949603E25}" srcOrd="3" destOrd="0" presId="urn:microsoft.com/office/officeart/2005/8/layout/vList3#1"/>
    <dgm:cxn modelId="{3AD64946-B06D-44D3-9E88-DDF84039AA33}" type="presParOf" srcId="{3418D53D-3162-408D-8E60-7BA6BC22CC9E}" destId="{A8FB9B25-DFFF-4F5B-A191-84F60A679D45}" srcOrd="4" destOrd="0" presId="urn:microsoft.com/office/officeart/2005/8/layout/vList3#1"/>
    <dgm:cxn modelId="{94A21201-5EB7-4AC4-BDAE-D7D138DDF33C}" type="presParOf" srcId="{A8FB9B25-DFFF-4F5B-A191-84F60A679D45}" destId="{393C9259-4464-4AC6-B696-7343AD548B13}" srcOrd="0" destOrd="0" presId="urn:microsoft.com/office/officeart/2005/8/layout/vList3#1"/>
    <dgm:cxn modelId="{63BEF81A-2349-4AED-9FEB-BE7E91F675A3}" type="presParOf" srcId="{A8FB9B25-DFFF-4F5B-A191-84F60A679D45}" destId="{93115E27-228E-4B91-B95D-530143F8F43D}" srcOrd="1" destOrd="0" presId="urn:microsoft.com/office/officeart/2005/8/layout/vList3#1"/>
    <dgm:cxn modelId="{7D6CD412-4C08-43E7-B50C-748E6DBD515E}" type="presParOf" srcId="{3418D53D-3162-408D-8E60-7BA6BC22CC9E}" destId="{915AA6E4-8391-409D-B513-DC38BB2F51F2}" srcOrd="5" destOrd="0" presId="urn:microsoft.com/office/officeart/2005/8/layout/vList3#1"/>
    <dgm:cxn modelId="{E704C232-A573-420A-BFD9-C1A8568FAC3C}" type="presParOf" srcId="{3418D53D-3162-408D-8E60-7BA6BC22CC9E}" destId="{D599C4A4-8ABF-4D12-8BA0-E277211A313A}" srcOrd="6" destOrd="0" presId="urn:microsoft.com/office/officeart/2005/8/layout/vList3#1"/>
    <dgm:cxn modelId="{4930C6D8-A3CA-42E0-952F-FD3869714B58}" type="presParOf" srcId="{D599C4A4-8ABF-4D12-8BA0-E277211A313A}" destId="{3E5BEBD5-89A9-407D-BB4C-EED42C008B27}" srcOrd="0" destOrd="0" presId="urn:microsoft.com/office/officeart/2005/8/layout/vList3#1"/>
    <dgm:cxn modelId="{135640F0-024C-4970-ABE4-23593299525D}" type="presParOf" srcId="{D599C4A4-8ABF-4D12-8BA0-E277211A313A}" destId="{FB3FC997-6AFB-48A4-9837-E08371129C35}" srcOrd="1" destOrd="0" presId="urn:microsoft.com/office/officeart/2005/8/layout/vList3#1"/>
    <dgm:cxn modelId="{C03FEDAB-F6FA-41EF-A40E-83AB0217504F}" type="presParOf" srcId="{3418D53D-3162-408D-8E60-7BA6BC22CC9E}" destId="{EAA0B47D-876A-40BE-9207-A03A64908CB8}" srcOrd="7" destOrd="0" presId="urn:microsoft.com/office/officeart/2005/8/layout/vList3#1"/>
    <dgm:cxn modelId="{C71C9F91-B330-4D9A-B14D-4BD3AE19E624}" type="presParOf" srcId="{3418D53D-3162-408D-8E60-7BA6BC22CC9E}" destId="{09A62CB9-E46E-4BFA-A608-E0C7B91A14F0}" srcOrd="8" destOrd="0" presId="urn:microsoft.com/office/officeart/2005/8/layout/vList3#1"/>
    <dgm:cxn modelId="{1151F043-560F-490C-8E3B-2BEF5809121B}" type="presParOf" srcId="{09A62CB9-E46E-4BFA-A608-E0C7B91A14F0}" destId="{C4CFA0C1-50EE-4F0D-8C81-F037F313C725}" srcOrd="0" destOrd="0" presId="urn:microsoft.com/office/officeart/2005/8/layout/vList3#1"/>
    <dgm:cxn modelId="{775768E1-5C96-4761-B424-6627594613B9}" type="presParOf" srcId="{09A62CB9-E46E-4BFA-A608-E0C7B91A14F0}" destId="{A99B6B24-517D-4C9A-B2C5-4C9CC123C482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E47454-EE5F-442F-A42A-6EA1467110B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EED3002-AC31-47D3-BB9F-0837900FEE0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Introduction</a:t>
          </a:r>
          <a:endParaRPr lang="fr-FR" dirty="0"/>
        </a:p>
      </dgm:t>
    </dgm:pt>
    <dgm:pt modelId="{3D4268A1-C612-4D5F-97C4-28E85362FD6C}" type="parTrans" cxnId="{3D12A15E-2C9B-4BB6-B32E-B3BB5DC8BEEB}">
      <dgm:prSet/>
      <dgm:spPr/>
      <dgm:t>
        <a:bodyPr/>
        <a:lstStyle/>
        <a:p>
          <a:endParaRPr lang="fr-FR"/>
        </a:p>
      </dgm:t>
    </dgm:pt>
    <dgm:pt modelId="{1BC91816-ABBD-4143-BD43-A280E05E38C2}" type="sibTrans" cxnId="{3D12A15E-2C9B-4BB6-B32E-B3BB5DC8BEEB}">
      <dgm:prSet/>
      <dgm:spPr/>
      <dgm:t>
        <a:bodyPr/>
        <a:lstStyle/>
        <a:p>
          <a:endParaRPr lang="fr-FR"/>
        </a:p>
      </dgm:t>
    </dgm:pt>
    <dgm:pt modelId="{2F12C789-D360-4E6D-96D0-D74F080AF69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Conclusion and Future Work</a:t>
          </a:r>
          <a:endParaRPr lang="fr-FR" b="1" dirty="0"/>
        </a:p>
      </dgm:t>
    </dgm:pt>
    <dgm:pt modelId="{09739A44-92BC-4C43-B06F-0D5E21E2FAF0}" type="parTrans" cxnId="{DCF946AE-FDC6-4078-92B5-15ACF866DE06}">
      <dgm:prSet/>
      <dgm:spPr/>
      <dgm:t>
        <a:bodyPr/>
        <a:lstStyle/>
        <a:p>
          <a:endParaRPr lang="fr-FR"/>
        </a:p>
      </dgm:t>
    </dgm:pt>
    <dgm:pt modelId="{C82F0D6E-3BEE-410B-9AC9-13FE1A195F45}" type="sibTrans" cxnId="{DCF946AE-FDC6-4078-92B5-15ACF866DE06}">
      <dgm:prSet/>
      <dgm:spPr/>
      <dgm:t>
        <a:bodyPr/>
        <a:lstStyle/>
        <a:p>
          <a:endParaRPr lang="fr-FR"/>
        </a:p>
      </dgm:t>
    </dgm:pt>
    <dgm:pt modelId="{FEF5AB8B-238F-4144-92CE-45E7C5F66A9E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Demo Video</a:t>
          </a:r>
          <a:endParaRPr lang="fr-FR" dirty="0"/>
        </a:p>
      </dgm:t>
    </dgm:pt>
    <dgm:pt modelId="{0FC889AD-CA78-4861-BC6A-C4F6C951FA5A}" type="parTrans" cxnId="{827DEF16-29EC-4FA0-9059-0F4E72019F08}">
      <dgm:prSet/>
      <dgm:spPr/>
      <dgm:t>
        <a:bodyPr/>
        <a:lstStyle/>
        <a:p>
          <a:endParaRPr lang="fr-FR"/>
        </a:p>
      </dgm:t>
    </dgm:pt>
    <dgm:pt modelId="{3B1CE8BA-51EC-4975-A155-E0C42412E7DE}" type="sibTrans" cxnId="{827DEF16-29EC-4FA0-9059-0F4E72019F08}">
      <dgm:prSet/>
      <dgm:spPr/>
      <dgm:t>
        <a:bodyPr/>
        <a:lstStyle/>
        <a:p>
          <a:endParaRPr lang="fr-FR"/>
        </a:p>
      </dgm:t>
    </dgm:pt>
    <dgm:pt modelId="{325FE6BB-CA90-4787-8742-3E870DDED72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 dirty="0" smtClean="0"/>
            <a:t>Round-trip Use-cases and Scenarios</a:t>
          </a:r>
          <a:endParaRPr lang="fr-FR" dirty="0"/>
        </a:p>
      </dgm:t>
    </dgm:pt>
    <dgm:pt modelId="{CAF05359-00A2-402A-8A6A-8620741672F9}" type="sibTrans" cxnId="{53CEEE00-0A20-4567-950F-26D082E2C28D}">
      <dgm:prSet/>
      <dgm:spPr/>
      <dgm:t>
        <a:bodyPr/>
        <a:lstStyle/>
        <a:p>
          <a:endParaRPr lang="fr-FR"/>
        </a:p>
      </dgm:t>
    </dgm:pt>
    <dgm:pt modelId="{A36E9409-D722-404C-8014-EEF397533CF9}" type="parTrans" cxnId="{53CEEE00-0A20-4567-950F-26D082E2C28D}">
      <dgm:prSet/>
      <dgm:spPr/>
      <dgm:t>
        <a:bodyPr/>
        <a:lstStyle/>
        <a:p>
          <a:endParaRPr lang="fr-FR"/>
        </a:p>
      </dgm:t>
    </dgm:pt>
    <dgm:pt modelId="{D83A679C-D240-45C3-B99F-9765B2901E3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fr-FR" b="1" dirty="0" err="1" smtClean="0"/>
            <a:t>Implementation</a:t>
          </a:r>
          <a:r>
            <a:rPr lang="fr-FR" b="1" dirty="0" smtClean="0"/>
            <a:t> Technologies</a:t>
          </a:r>
          <a:endParaRPr lang="fr-FR" b="1" dirty="0"/>
        </a:p>
      </dgm:t>
    </dgm:pt>
    <dgm:pt modelId="{84B67DAE-BE10-457D-94BA-BF1B6319E0B5}" type="parTrans" cxnId="{91620D59-AEF8-4FAD-869B-358476E69691}">
      <dgm:prSet/>
      <dgm:spPr/>
      <dgm:t>
        <a:bodyPr/>
        <a:lstStyle/>
        <a:p>
          <a:endParaRPr lang="fr-FR"/>
        </a:p>
      </dgm:t>
    </dgm:pt>
    <dgm:pt modelId="{29D55F84-F3CC-4BEA-B384-8100723D184A}" type="sibTrans" cxnId="{91620D59-AEF8-4FAD-869B-358476E69691}">
      <dgm:prSet/>
      <dgm:spPr/>
      <dgm:t>
        <a:bodyPr/>
        <a:lstStyle/>
        <a:p>
          <a:endParaRPr lang="fr-FR"/>
        </a:p>
      </dgm:t>
    </dgm:pt>
    <dgm:pt modelId="{3418D53D-3162-408D-8E60-7BA6BC22CC9E}" type="pres">
      <dgm:prSet presAssocID="{F0E47454-EE5F-442F-A42A-6EA1467110B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B5B554-9A27-45DA-85F6-FA8E776C87D3}" type="pres">
      <dgm:prSet presAssocID="{3EED3002-AC31-47D3-BB9F-0837900FEE09}" presName="composite" presStyleCnt="0"/>
      <dgm:spPr/>
    </dgm:pt>
    <dgm:pt modelId="{31FEB17F-235F-48D5-812C-55BE045B45B2}" type="pres">
      <dgm:prSet presAssocID="{3EED3002-AC31-47D3-BB9F-0837900FEE09}" presName="imgShp" presStyleLbl="fgImgPlace1" presStyleIdx="0" presStyleCnt="5"/>
      <dgm:spPr>
        <a:blipFill>
          <a:blip xmlns:r="http://schemas.openxmlformats.org/officeDocument/2006/relationships" r:embed="rId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  <dgm:t>
        <a:bodyPr/>
        <a:lstStyle/>
        <a:p>
          <a:endParaRPr lang="fr-FR"/>
        </a:p>
      </dgm:t>
    </dgm:pt>
    <dgm:pt modelId="{4C317902-5EFE-402C-BD69-C76F698B21A7}" type="pres">
      <dgm:prSet presAssocID="{3EED3002-AC31-47D3-BB9F-0837900FEE0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A1295C7-74EF-4EC5-86D6-A8F11E0F5735}" type="pres">
      <dgm:prSet presAssocID="{1BC91816-ABBD-4143-BD43-A280E05E38C2}" presName="spacing" presStyleCnt="0"/>
      <dgm:spPr/>
    </dgm:pt>
    <dgm:pt modelId="{A71E5FEA-F8E7-4018-91C8-C31067C37004}" type="pres">
      <dgm:prSet presAssocID="{325FE6BB-CA90-4787-8742-3E870DDED725}" presName="composite" presStyleCnt="0"/>
      <dgm:spPr/>
    </dgm:pt>
    <dgm:pt modelId="{21FA496C-55E1-4644-AE15-9A9EF2A6B410}" type="pres">
      <dgm:prSet presAssocID="{325FE6BB-CA90-4787-8742-3E870DDED725}" presName="imgShp" presStyleLbl="fgImgPlace1" presStyleIdx="1" presStyleCnt="5"/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</dgm:spPr>
      <dgm:t>
        <a:bodyPr/>
        <a:lstStyle/>
        <a:p>
          <a:endParaRPr lang="fr-FR"/>
        </a:p>
      </dgm:t>
    </dgm:pt>
    <dgm:pt modelId="{3FDF4AA2-1A8B-49C6-A1C3-C7700764DA7B}" type="pres">
      <dgm:prSet presAssocID="{325FE6BB-CA90-4787-8742-3E870DDED725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96957ED-DE5B-458D-90BE-2A5949603E25}" type="pres">
      <dgm:prSet presAssocID="{CAF05359-00A2-402A-8A6A-8620741672F9}" presName="spacing" presStyleCnt="0"/>
      <dgm:spPr/>
    </dgm:pt>
    <dgm:pt modelId="{A8FB9B25-DFFF-4F5B-A191-84F60A679D45}" type="pres">
      <dgm:prSet presAssocID="{D83A679C-D240-45C3-B99F-9765B2901E35}" presName="composite" presStyleCnt="0"/>
      <dgm:spPr/>
    </dgm:pt>
    <dgm:pt modelId="{393C9259-4464-4AC6-B696-7343AD548B13}" type="pres">
      <dgm:prSet presAssocID="{D83A679C-D240-45C3-B99F-9765B2901E35}" presName="imgShp" presStyleLbl="fgImgPlace1" presStyleIdx="2" presStyleCnt="5"/>
      <dgm:spPr>
        <a:blipFill>
          <a:blip xmlns:r="http://schemas.openxmlformats.org/officeDocument/2006/relationships"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3115E27-228E-4B91-B95D-530143F8F43D}" type="pres">
      <dgm:prSet presAssocID="{D83A679C-D240-45C3-B99F-9765B2901E35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15AA6E4-8391-409D-B513-DC38BB2F51F2}" type="pres">
      <dgm:prSet presAssocID="{29D55F84-F3CC-4BEA-B384-8100723D184A}" presName="spacing" presStyleCnt="0"/>
      <dgm:spPr/>
    </dgm:pt>
    <dgm:pt modelId="{D599C4A4-8ABF-4D12-8BA0-E277211A313A}" type="pres">
      <dgm:prSet presAssocID="{FEF5AB8B-238F-4144-92CE-45E7C5F66A9E}" presName="composite" presStyleCnt="0"/>
      <dgm:spPr/>
    </dgm:pt>
    <dgm:pt modelId="{3E5BEBD5-89A9-407D-BB4C-EED42C008B27}" type="pres">
      <dgm:prSet presAssocID="{FEF5AB8B-238F-4144-92CE-45E7C5F66A9E}" presName="imgShp" presStyleLbl="fgImgPlace1" presStyleIdx="3" presStyleCnt="5"/>
      <dgm:spPr>
        <a:blipFill dpi="0" rotWithShape="1">
          <a:blip xmlns:r="http://schemas.openxmlformats.org/officeDocument/2006/relationships"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</dgm:spPr>
      <dgm:t>
        <a:bodyPr/>
        <a:lstStyle/>
        <a:p>
          <a:endParaRPr lang="fr-FR"/>
        </a:p>
      </dgm:t>
    </dgm:pt>
    <dgm:pt modelId="{FB3FC997-6AFB-48A4-9837-E08371129C35}" type="pres">
      <dgm:prSet presAssocID="{FEF5AB8B-238F-4144-92CE-45E7C5F66A9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A0B47D-876A-40BE-9207-A03A64908CB8}" type="pres">
      <dgm:prSet presAssocID="{3B1CE8BA-51EC-4975-A155-E0C42412E7DE}" presName="spacing" presStyleCnt="0"/>
      <dgm:spPr/>
    </dgm:pt>
    <dgm:pt modelId="{09A62CB9-E46E-4BFA-A608-E0C7B91A14F0}" type="pres">
      <dgm:prSet presAssocID="{2F12C789-D360-4E6D-96D0-D74F080AF699}" presName="composite" presStyleCnt="0"/>
      <dgm:spPr/>
    </dgm:pt>
    <dgm:pt modelId="{C4CFA0C1-50EE-4F0D-8C81-F037F313C725}" type="pres">
      <dgm:prSet presAssocID="{2F12C789-D360-4E6D-96D0-D74F080AF699}" presName="imgShp" presStyleLbl="fgImgPlace1" presStyleIdx="4" presStyleCnt="5"/>
      <dgm:spPr>
        <a:blipFill>
          <a:blip xmlns:r="http://schemas.openxmlformats.org/officeDocument/2006/relationships"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fr-FR"/>
        </a:p>
      </dgm:t>
    </dgm:pt>
    <dgm:pt modelId="{A99B6B24-517D-4C9A-B2C5-4C9CC123C482}" type="pres">
      <dgm:prSet presAssocID="{2F12C789-D360-4E6D-96D0-D74F080AF699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17F5102A-AEC0-4F94-B661-E19B3C811FC5}" type="presOf" srcId="{3EED3002-AC31-47D3-BB9F-0837900FEE09}" destId="{4C317902-5EFE-402C-BD69-C76F698B21A7}" srcOrd="0" destOrd="0" presId="urn:microsoft.com/office/officeart/2005/8/layout/vList3#1"/>
    <dgm:cxn modelId="{51A28A09-BF2E-4C0C-B579-6C8370E67756}" type="presOf" srcId="{D83A679C-D240-45C3-B99F-9765B2901E35}" destId="{93115E27-228E-4B91-B95D-530143F8F43D}" srcOrd="0" destOrd="0" presId="urn:microsoft.com/office/officeart/2005/8/layout/vList3#1"/>
    <dgm:cxn modelId="{529AD56C-5FF3-47D4-BE8D-9BD4479D2A8B}" type="presOf" srcId="{2F12C789-D360-4E6D-96D0-D74F080AF699}" destId="{A99B6B24-517D-4C9A-B2C5-4C9CC123C482}" srcOrd="0" destOrd="0" presId="urn:microsoft.com/office/officeart/2005/8/layout/vList3#1"/>
    <dgm:cxn modelId="{E978950A-DEAA-41ED-B4C7-93802D35461E}" type="presOf" srcId="{F0E47454-EE5F-442F-A42A-6EA1467110B6}" destId="{3418D53D-3162-408D-8E60-7BA6BC22CC9E}" srcOrd="0" destOrd="0" presId="urn:microsoft.com/office/officeart/2005/8/layout/vList3#1"/>
    <dgm:cxn modelId="{2168BC8B-1DF1-40EE-9FD2-F7B432A8D888}" type="presOf" srcId="{FEF5AB8B-238F-4144-92CE-45E7C5F66A9E}" destId="{FB3FC997-6AFB-48A4-9837-E08371129C35}" srcOrd="0" destOrd="0" presId="urn:microsoft.com/office/officeart/2005/8/layout/vList3#1"/>
    <dgm:cxn modelId="{827DEF16-29EC-4FA0-9059-0F4E72019F08}" srcId="{F0E47454-EE5F-442F-A42A-6EA1467110B6}" destId="{FEF5AB8B-238F-4144-92CE-45E7C5F66A9E}" srcOrd="3" destOrd="0" parTransId="{0FC889AD-CA78-4861-BC6A-C4F6C951FA5A}" sibTransId="{3B1CE8BA-51EC-4975-A155-E0C42412E7DE}"/>
    <dgm:cxn modelId="{53CEEE00-0A20-4567-950F-26D082E2C28D}" srcId="{F0E47454-EE5F-442F-A42A-6EA1467110B6}" destId="{325FE6BB-CA90-4787-8742-3E870DDED725}" srcOrd="1" destOrd="0" parTransId="{A36E9409-D722-404C-8014-EEF397533CF9}" sibTransId="{CAF05359-00A2-402A-8A6A-8620741672F9}"/>
    <dgm:cxn modelId="{91620D59-AEF8-4FAD-869B-358476E69691}" srcId="{F0E47454-EE5F-442F-A42A-6EA1467110B6}" destId="{D83A679C-D240-45C3-B99F-9765B2901E35}" srcOrd="2" destOrd="0" parTransId="{84B67DAE-BE10-457D-94BA-BF1B6319E0B5}" sibTransId="{29D55F84-F3CC-4BEA-B384-8100723D184A}"/>
    <dgm:cxn modelId="{3D12A15E-2C9B-4BB6-B32E-B3BB5DC8BEEB}" srcId="{F0E47454-EE5F-442F-A42A-6EA1467110B6}" destId="{3EED3002-AC31-47D3-BB9F-0837900FEE09}" srcOrd="0" destOrd="0" parTransId="{3D4268A1-C612-4D5F-97C4-28E85362FD6C}" sibTransId="{1BC91816-ABBD-4143-BD43-A280E05E38C2}"/>
    <dgm:cxn modelId="{DCF946AE-FDC6-4078-92B5-15ACF866DE06}" srcId="{F0E47454-EE5F-442F-A42A-6EA1467110B6}" destId="{2F12C789-D360-4E6D-96D0-D74F080AF699}" srcOrd="4" destOrd="0" parTransId="{09739A44-92BC-4C43-B06F-0D5E21E2FAF0}" sibTransId="{C82F0D6E-3BEE-410B-9AC9-13FE1A195F45}"/>
    <dgm:cxn modelId="{7E8EFA84-86EA-4B43-93E5-D2885566279B}" type="presOf" srcId="{325FE6BB-CA90-4787-8742-3E870DDED725}" destId="{3FDF4AA2-1A8B-49C6-A1C3-C7700764DA7B}" srcOrd="0" destOrd="0" presId="urn:microsoft.com/office/officeart/2005/8/layout/vList3#1"/>
    <dgm:cxn modelId="{901B9BEF-4CA5-43F9-8787-AB0A6ADC6AD4}" type="presParOf" srcId="{3418D53D-3162-408D-8E60-7BA6BC22CC9E}" destId="{96B5B554-9A27-45DA-85F6-FA8E776C87D3}" srcOrd="0" destOrd="0" presId="urn:microsoft.com/office/officeart/2005/8/layout/vList3#1"/>
    <dgm:cxn modelId="{ECA7365F-A428-4C22-B036-099FFE80E4FD}" type="presParOf" srcId="{96B5B554-9A27-45DA-85F6-FA8E776C87D3}" destId="{31FEB17F-235F-48D5-812C-55BE045B45B2}" srcOrd="0" destOrd="0" presId="urn:microsoft.com/office/officeart/2005/8/layout/vList3#1"/>
    <dgm:cxn modelId="{D267C9A8-EAB4-4F57-8BDA-67E494A97993}" type="presParOf" srcId="{96B5B554-9A27-45DA-85F6-FA8E776C87D3}" destId="{4C317902-5EFE-402C-BD69-C76F698B21A7}" srcOrd="1" destOrd="0" presId="urn:microsoft.com/office/officeart/2005/8/layout/vList3#1"/>
    <dgm:cxn modelId="{A0AB11B4-72CD-43B5-B508-C0A08B1E51BC}" type="presParOf" srcId="{3418D53D-3162-408D-8E60-7BA6BC22CC9E}" destId="{2A1295C7-74EF-4EC5-86D6-A8F11E0F5735}" srcOrd="1" destOrd="0" presId="urn:microsoft.com/office/officeart/2005/8/layout/vList3#1"/>
    <dgm:cxn modelId="{138FB580-979E-4DF5-8D28-3D45421F9D55}" type="presParOf" srcId="{3418D53D-3162-408D-8E60-7BA6BC22CC9E}" destId="{A71E5FEA-F8E7-4018-91C8-C31067C37004}" srcOrd="2" destOrd="0" presId="urn:microsoft.com/office/officeart/2005/8/layout/vList3#1"/>
    <dgm:cxn modelId="{F490A469-75B8-4D7D-A4F8-1EF73D52C9BA}" type="presParOf" srcId="{A71E5FEA-F8E7-4018-91C8-C31067C37004}" destId="{21FA496C-55E1-4644-AE15-9A9EF2A6B410}" srcOrd="0" destOrd="0" presId="urn:microsoft.com/office/officeart/2005/8/layout/vList3#1"/>
    <dgm:cxn modelId="{20BA9980-B1AE-44A4-B4A2-91CE4506CFE3}" type="presParOf" srcId="{A71E5FEA-F8E7-4018-91C8-C31067C37004}" destId="{3FDF4AA2-1A8B-49C6-A1C3-C7700764DA7B}" srcOrd="1" destOrd="0" presId="urn:microsoft.com/office/officeart/2005/8/layout/vList3#1"/>
    <dgm:cxn modelId="{A73E8F67-BC53-4380-89B9-B7D1EE815E6E}" type="presParOf" srcId="{3418D53D-3162-408D-8E60-7BA6BC22CC9E}" destId="{796957ED-DE5B-458D-90BE-2A5949603E25}" srcOrd="3" destOrd="0" presId="urn:microsoft.com/office/officeart/2005/8/layout/vList3#1"/>
    <dgm:cxn modelId="{35342274-6A69-4CFB-A398-4B663A1366D8}" type="presParOf" srcId="{3418D53D-3162-408D-8E60-7BA6BC22CC9E}" destId="{A8FB9B25-DFFF-4F5B-A191-84F60A679D45}" srcOrd="4" destOrd="0" presId="urn:microsoft.com/office/officeart/2005/8/layout/vList3#1"/>
    <dgm:cxn modelId="{94ABBB1B-CD28-4537-8AE6-7AC3D1851ED4}" type="presParOf" srcId="{A8FB9B25-DFFF-4F5B-A191-84F60A679D45}" destId="{393C9259-4464-4AC6-B696-7343AD548B13}" srcOrd="0" destOrd="0" presId="urn:microsoft.com/office/officeart/2005/8/layout/vList3#1"/>
    <dgm:cxn modelId="{51D27596-2263-4528-BAC2-814466F3BE12}" type="presParOf" srcId="{A8FB9B25-DFFF-4F5B-A191-84F60A679D45}" destId="{93115E27-228E-4B91-B95D-530143F8F43D}" srcOrd="1" destOrd="0" presId="urn:microsoft.com/office/officeart/2005/8/layout/vList3#1"/>
    <dgm:cxn modelId="{CD6F9BD3-50E3-49AC-9F3C-5D4CA68B9ED0}" type="presParOf" srcId="{3418D53D-3162-408D-8E60-7BA6BC22CC9E}" destId="{915AA6E4-8391-409D-B513-DC38BB2F51F2}" srcOrd="5" destOrd="0" presId="urn:microsoft.com/office/officeart/2005/8/layout/vList3#1"/>
    <dgm:cxn modelId="{2C084009-C07E-4C58-A759-F4A2A7D6E399}" type="presParOf" srcId="{3418D53D-3162-408D-8E60-7BA6BC22CC9E}" destId="{D599C4A4-8ABF-4D12-8BA0-E277211A313A}" srcOrd="6" destOrd="0" presId="urn:microsoft.com/office/officeart/2005/8/layout/vList3#1"/>
    <dgm:cxn modelId="{EF315C05-93B4-45EF-A00A-F738C01FE7D0}" type="presParOf" srcId="{D599C4A4-8ABF-4D12-8BA0-E277211A313A}" destId="{3E5BEBD5-89A9-407D-BB4C-EED42C008B27}" srcOrd="0" destOrd="0" presId="urn:microsoft.com/office/officeart/2005/8/layout/vList3#1"/>
    <dgm:cxn modelId="{A55A3F21-BB14-4161-938D-93386B9254E0}" type="presParOf" srcId="{D599C4A4-8ABF-4D12-8BA0-E277211A313A}" destId="{FB3FC997-6AFB-48A4-9837-E08371129C35}" srcOrd="1" destOrd="0" presId="urn:microsoft.com/office/officeart/2005/8/layout/vList3#1"/>
    <dgm:cxn modelId="{94C67AAD-98F0-4657-A040-4219F4952976}" type="presParOf" srcId="{3418D53D-3162-408D-8E60-7BA6BC22CC9E}" destId="{EAA0B47D-876A-40BE-9207-A03A64908CB8}" srcOrd="7" destOrd="0" presId="urn:microsoft.com/office/officeart/2005/8/layout/vList3#1"/>
    <dgm:cxn modelId="{8A3405A9-1E2B-4FD6-843D-20344E8E96A5}" type="presParOf" srcId="{3418D53D-3162-408D-8E60-7BA6BC22CC9E}" destId="{09A62CB9-E46E-4BFA-A608-E0C7B91A14F0}" srcOrd="8" destOrd="0" presId="urn:microsoft.com/office/officeart/2005/8/layout/vList3#1"/>
    <dgm:cxn modelId="{690C2B3D-4FCC-490D-BCA9-4A7BB2352EC4}" type="presParOf" srcId="{09A62CB9-E46E-4BFA-A608-E0C7B91A14F0}" destId="{C4CFA0C1-50EE-4F0D-8C81-F037F313C725}" srcOrd="0" destOrd="0" presId="urn:microsoft.com/office/officeart/2005/8/layout/vList3#1"/>
    <dgm:cxn modelId="{126C330E-4626-4398-B6F4-FA55A8DD3259}" type="presParOf" srcId="{09A62CB9-E46E-4BFA-A608-E0C7B91A14F0}" destId="{A99B6B24-517D-4C9A-B2C5-4C9CC123C482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E47454-EE5F-442F-A42A-6EA1467110B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EED3002-AC31-47D3-BB9F-0837900FEE0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Introduction</a:t>
          </a:r>
          <a:endParaRPr lang="fr-FR" dirty="0"/>
        </a:p>
      </dgm:t>
    </dgm:pt>
    <dgm:pt modelId="{3D4268A1-C612-4D5F-97C4-28E85362FD6C}" type="parTrans" cxnId="{3D12A15E-2C9B-4BB6-B32E-B3BB5DC8BEEB}">
      <dgm:prSet/>
      <dgm:spPr/>
      <dgm:t>
        <a:bodyPr/>
        <a:lstStyle/>
        <a:p>
          <a:endParaRPr lang="fr-FR"/>
        </a:p>
      </dgm:t>
    </dgm:pt>
    <dgm:pt modelId="{1BC91816-ABBD-4143-BD43-A280E05E38C2}" type="sibTrans" cxnId="{3D12A15E-2C9B-4BB6-B32E-B3BB5DC8BEEB}">
      <dgm:prSet/>
      <dgm:spPr/>
      <dgm:t>
        <a:bodyPr/>
        <a:lstStyle/>
        <a:p>
          <a:endParaRPr lang="fr-FR"/>
        </a:p>
      </dgm:t>
    </dgm:pt>
    <dgm:pt modelId="{2F12C789-D360-4E6D-96D0-D74F080AF69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Conclusion and Future Work</a:t>
          </a:r>
          <a:endParaRPr lang="fr-FR" b="1" dirty="0"/>
        </a:p>
      </dgm:t>
    </dgm:pt>
    <dgm:pt modelId="{09739A44-92BC-4C43-B06F-0D5E21E2FAF0}" type="parTrans" cxnId="{DCF946AE-FDC6-4078-92B5-15ACF866DE06}">
      <dgm:prSet/>
      <dgm:spPr/>
      <dgm:t>
        <a:bodyPr/>
        <a:lstStyle/>
        <a:p>
          <a:endParaRPr lang="fr-FR"/>
        </a:p>
      </dgm:t>
    </dgm:pt>
    <dgm:pt modelId="{C82F0D6E-3BEE-410B-9AC9-13FE1A195F45}" type="sibTrans" cxnId="{DCF946AE-FDC6-4078-92B5-15ACF866DE06}">
      <dgm:prSet/>
      <dgm:spPr/>
      <dgm:t>
        <a:bodyPr/>
        <a:lstStyle/>
        <a:p>
          <a:endParaRPr lang="fr-FR"/>
        </a:p>
      </dgm:t>
    </dgm:pt>
    <dgm:pt modelId="{FEF5AB8B-238F-4144-92CE-45E7C5F66A9E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Demo Video</a:t>
          </a:r>
          <a:endParaRPr lang="fr-FR" dirty="0"/>
        </a:p>
      </dgm:t>
    </dgm:pt>
    <dgm:pt modelId="{0FC889AD-CA78-4861-BC6A-C4F6C951FA5A}" type="parTrans" cxnId="{827DEF16-29EC-4FA0-9059-0F4E72019F08}">
      <dgm:prSet/>
      <dgm:spPr/>
      <dgm:t>
        <a:bodyPr/>
        <a:lstStyle/>
        <a:p>
          <a:endParaRPr lang="fr-FR"/>
        </a:p>
      </dgm:t>
    </dgm:pt>
    <dgm:pt modelId="{3B1CE8BA-51EC-4975-A155-E0C42412E7DE}" type="sibTrans" cxnId="{827DEF16-29EC-4FA0-9059-0F4E72019F08}">
      <dgm:prSet/>
      <dgm:spPr/>
      <dgm:t>
        <a:bodyPr/>
        <a:lstStyle/>
        <a:p>
          <a:endParaRPr lang="fr-FR"/>
        </a:p>
      </dgm:t>
    </dgm:pt>
    <dgm:pt modelId="{325FE6BB-CA90-4787-8742-3E870DDED72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Round-trip Use-cases and Scenarios</a:t>
          </a:r>
          <a:endParaRPr lang="fr-FR" dirty="0"/>
        </a:p>
      </dgm:t>
    </dgm:pt>
    <dgm:pt modelId="{CAF05359-00A2-402A-8A6A-8620741672F9}" type="sibTrans" cxnId="{53CEEE00-0A20-4567-950F-26D082E2C28D}">
      <dgm:prSet/>
      <dgm:spPr/>
      <dgm:t>
        <a:bodyPr/>
        <a:lstStyle/>
        <a:p>
          <a:endParaRPr lang="fr-FR"/>
        </a:p>
      </dgm:t>
    </dgm:pt>
    <dgm:pt modelId="{A36E9409-D722-404C-8014-EEF397533CF9}" type="parTrans" cxnId="{53CEEE00-0A20-4567-950F-26D082E2C28D}">
      <dgm:prSet/>
      <dgm:spPr/>
      <dgm:t>
        <a:bodyPr/>
        <a:lstStyle/>
        <a:p>
          <a:endParaRPr lang="fr-FR"/>
        </a:p>
      </dgm:t>
    </dgm:pt>
    <dgm:pt modelId="{D83A679C-D240-45C3-B99F-9765B2901E3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fr-FR" b="1" dirty="0" err="1" smtClean="0"/>
            <a:t>Implementation</a:t>
          </a:r>
          <a:r>
            <a:rPr lang="fr-FR" b="1" dirty="0" smtClean="0"/>
            <a:t> Technologies</a:t>
          </a:r>
          <a:endParaRPr lang="fr-FR" b="1" dirty="0"/>
        </a:p>
      </dgm:t>
    </dgm:pt>
    <dgm:pt modelId="{84B67DAE-BE10-457D-94BA-BF1B6319E0B5}" type="parTrans" cxnId="{91620D59-AEF8-4FAD-869B-358476E69691}">
      <dgm:prSet/>
      <dgm:spPr/>
      <dgm:t>
        <a:bodyPr/>
        <a:lstStyle/>
        <a:p>
          <a:endParaRPr lang="fr-FR"/>
        </a:p>
      </dgm:t>
    </dgm:pt>
    <dgm:pt modelId="{29D55F84-F3CC-4BEA-B384-8100723D184A}" type="sibTrans" cxnId="{91620D59-AEF8-4FAD-869B-358476E69691}">
      <dgm:prSet/>
      <dgm:spPr/>
      <dgm:t>
        <a:bodyPr/>
        <a:lstStyle/>
        <a:p>
          <a:endParaRPr lang="fr-FR"/>
        </a:p>
      </dgm:t>
    </dgm:pt>
    <dgm:pt modelId="{3418D53D-3162-408D-8E60-7BA6BC22CC9E}" type="pres">
      <dgm:prSet presAssocID="{F0E47454-EE5F-442F-A42A-6EA1467110B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B5B554-9A27-45DA-85F6-FA8E776C87D3}" type="pres">
      <dgm:prSet presAssocID="{3EED3002-AC31-47D3-BB9F-0837900FEE09}" presName="composite" presStyleCnt="0"/>
      <dgm:spPr/>
    </dgm:pt>
    <dgm:pt modelId="{31FEB17F-235F-48D5-812C-55BE045B45B2}" type="pres">
      <dgm:prSet presAssocID="{3EED3002-AC31-47D3-BB9F-0837900FEE09}" presName="imgShp" presStyleLbl="fgImgPlace1" presStyleIdx="0" presStyleCnt="5"/>
      <dgm:spPr>
        <a:blipFill>
          <a:blip xmlns:r="http://schemas.openxmlformats.org/officeDocument/2006/relationships" r:embed="rId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  <dgm:t>
        <a:bodyPr/>
        <a:lstStyle/>
        <a:p>
          <a:endParaRPr lang="fr-FR"/>
        </a:p>
      </dgm:t>
    </dgm:pt>
    <dgm:pt modelId="{4C317902-5EFE-402C-BD69-C76F698B21A7}" type="pres">
      <dgm:prSet presAssocID="{3EED3002-AC31-47D3-BB9F-0837900FEE0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A1295C7-74EF-4EC5-86D6-A8F11E0F5735}" type="pres">
      <dgm:prSet presAssocID="{1BC91816-ABBD-4143-BD43-A280E05E38C2}" presName="spacing" presStyleCnt="0"/>
      <dgm:spPr/>
    </dgm:pt>
    <dgm:pt modelId="{A71E5FEA-F8E7-4018-91C8-C31067C37004}" type="pres">
      <dgm:prSet presAssocID="{325FE6BB-CA90-4787-8742-3E870DDED725}" presName="composite" presStyleCnt="0"/>
      <dgm:spPr/>
    </dgm:pt>
    <dgm:pt modelId="{21FA496C-55E1-4644-AE15-9A9EF2A6B410}" type="pres">
      <dgm:prSet presAssocID="{325FE6BB-CA90-4787-8742-3E870DDED725}" presName="imgShp" presStyleLbl="fgImgPlace1" presStyleIdx="1" presStyleCnt="5"/>
      <dgm:spPr>
        <a:blipFill dpi="0" rotWithShape="1">
          <a:blip xmlns:r="http://schemas.openxmlformats.org/officeDocument/2006/relationships"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</dgm:spPr>
      <dgm:t>
        <a:bodyPr/>
        <a:lstStyle/>
        <a:p>
          <a:endParaRPr lang="fr-FR"/>
        </a:p>
      </dgm:t>
    </dgm:pt>
    <dgm:pt modelId="{3FDF4AA2-1A8B-49C6-A1C3-C7700764DA7B}" type="pres">
      <dgm:prSet presAssocID="{325FE6BB-CA90-4787-8742-3E870DDED725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96957ED-DE5B-458D-90BE-2A5949603E25}" type="pres">
      <dgm:prSet presAssocID="{CAF05359-00A2-402A-8A6A-8620741672F9}" presName="spacing" presStyleCnt="0"/>
      <dgm:spPr/>
    </dgm:pt>
    <dgm:pt modelId="{A8FB9B25-DFFF-4F5B-A191-84F60A679D45}" type="pres">
      <dgm:prSet presAssocID="{D83A679C-D240-45C3-B99F-9765B2901E35}" presName="composite" presStyleCnt="0"/>
      <dgm:spPr/>
    </dgm:pt>
    <dgm:pt modelId="{393C9259-4464-4AC6-B696-7343AD548B13}" type="pres">
      <dgm:prSet presAssocID="{D83A679C-D240-45C3-B99F-9765B2901E35}" presName="imgShp" presStyleLbl="fgImgPlace1" presStyleIdx="2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3115E27-228E-4B91-B95D-530143F8F43D}" type="pres">
      <dgm:prSet presAssocID="{D83A679C-D240-45C3-B99F-9765B2901E35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15AA6E4-8391-409D-B513-DC38BB2F51F2}" type="pres">
      <dgm:prSet presAssocID="{29D55F84-F3CC-4BEA-B384-8100723D184A}" presName="spacing" presStyleCnt="0"/>
      <dgm:spPr/>
    </dgm:pt>
    <dgm:pt modelId="{D599C4A4-8ABF-4D12-8BA0-E277211A313A}" type="pres">
      <dgm:prSet presAssocID="{FEF5AB8B-238F-4144-92CE-45E7C5F66A9E}" presName="composite" presStyleCnt="0"/>
      <dgm:spPr/>
    </dgm:pt>
    <dgm:pt modelId="{3E5BEBD5-89A9-407D-BB4C-EED42C008B27}" type="pres">
      <dgm:prSet presAssocID="{FEF5AB8B-238F-4144-92CE-45E7C5F66A9E}" presName="imgShp" presStyleLbl="fgImgPlace1" presStyleIdx="3" presStyleCnt="5"/>
      <dgm:spPr>
        <a:blipFill dpi="0" rotWithShape="1">
          <a:blip xmlns:r="http://schemas.openxmlformats.org/officeDocument/2006/relationships"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</dgm:spPr>
      <dgm:t>
        <a:bodyPr/>
        <a:lstStyle/>
        <a:p>
          <a:endParaRPr lang="fr-FR"/>
        </a:p>
      </dgm:t>
    </dgm:pt>
    <dgm:pt modelId="{FB3FC997-6AFB-48A4-9837-E08371129C35}" type="pres">
      <dgm:prSet presAssocID="{FEF5AB8B-238F-4144-92CE-45E7C5F66A9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A0B47D-876A-40BE-9207-A03A64908CB8}" type="pres">
      <dgm:prSet presAssocID="{3B1CE8BA-51EC-4975-A155-E0C42412E7DE}" presName="spacing" presStyleCnt="0"/>
      <dgm:spPr/>
    </dgm:pt>
    <dgm:pt modelId="{09A62CB9-E46E-4BFA-A608-E0C7B91A14F0}" type="pres">
      <dgm:prSet presAssocID="{2F12C789-D360-4E6D-96D0-D74F080AF699}" presName="composite" presStyleCnt="0"/>
      <dgm:spPr/>
    </dgm:pt>
    <dgm:pt modelId="{C4CFA0C1-50EE-4F0D-8C81-F037F313C725}" type="pres">
      <dgm:prSet presAssocID="{2F12C789-D360-4E6D-96D0-D74F080AF699}" presName="imgShp" presStyleLbl="fgImgPlace1" presStyleIdx="4" presStyleCnt="5"/>
      <dgm:spPr>
        <a:blipFill>
          <a:blip xmlns:r="http://schemas.openxmlformats.org/officeDocument/2006/relationships"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fr-FR"/>
        </a:p>
      </dgm:t>
    </dgm:pt>
    <dgm:pt modelId="{A99B6B24-517D-4C9A-B2C5-4C9CC123C482}" type="pres">
      <dgm:prSet presAssocID="{2F12C789-D360-4E6D-96D0-D74F080AF699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D12A15E-2C9B-4BB6-B32E-B3BB5DC8BEEB}" srcId="{F0E47454-EE5F-442F-A42A-6EA1467110B6}" destId="{3EED3002-AC31-47D3-BB9F-0837900FEE09}" srcOrd="0" destOrd="0" parTransId="{3D4268A1-C612-4D5F-97C4-28E85362FD6C}" sibTransId="{1BC91816-ABBD-4143-BD43-A280E05E38C2}"/>
    <dgm:cxn modelId="{DCF946AE-FDC6-4078-92B5-15ACF866DE06}" srcId="{F0E47454-EE5F-442F-A42A-6EA1467110B6}" destId="{2F12C789-D360-4E6D-96D0-D74F080AF699}" srcOrd="4" destOrd="0" parTransId="{09739A44-92BC-4C43-B06F-0D5E21E2FAF0}" sibTransId="{C82F0D6E-3BEE-410B-9AC9-13FE1A195F45}"/>
    <dgm:cxn modelId="{F809F8A9-9982-4908-BED1-D66069FEB66F}" type="presOf" srcId="{FEF5AB8B-238F-4144-92CE-45E7C5F66A9E}" destId="{FB3FC997-6AFB-48A4-9837-E08371129C35}" srcOrd="0" destOrd="0" presId="urn:microsoft.com/office/officeart/2005/8/layout/vList3#1"/>
    <dgm:cxn modelId="{DD326B7E-3211-4989-AAC4-EBD22513FFEA}" type="presOf" srcId="{2F12C789-D360-4E6D-96D0-D74F080AF699}" destId="{A99B6B24-517D-4C9A-B2C5-4C9CC123C482}" srcOrd="0" destOrd="0" presId="urn:microsoft.com/office/officeart/2005/8/layout/vList3#1"/>
    <dgm:cxn modelId="{25581609-0EC7-43D3-9F81-6ECD1A3B073E}" type="presOf" srcId="{F0E47454-EE5F-442F-A42A-6EA1467110B6}" destId="{3418D53D-3162-408D-8E60-7BA6BC22CC9E}" srcOrd="0" destOrd="0" presId="urn:microsoft.com/office/officeart/2005/8/layout/vList3#1"/>
    <dgm:cxn modelId="{91620D59-AEF8-4FAD-869B-358476E69691}" srcId="{F0E47454-EE5F-442F-A42A-6EA1467110B6}" destId="{D83A679C-D240-45C3-B99F-9765B2901E35}" srcOrd="2" destOrd="0" parTransId="{84B67DAE-BE10-457D-94BA-BF1B6319E0B5}" sibTransId="{29D55F84-F3CC-4BEA-B384-8100723D184A}"/>
    <dgm:cxn modelId="{53CEEE00-0A20-4567-950F-26D082E2C28D}" srcId="{F0E47454-EE5F-442F-A42A-6EA1467110B6}" destId="{325FE6BB-CA90-4787-8742-3E870DDED725}" srcOrd="1" destOrd="0" parTransId="{A36E9409-D722-404C-8014-EEF397533CF9}" sibTransId="{CAF05359-00A2-402A-8A6A-8620741672F9}"/>
    <dgm:cxn modelId="{6722913D-D476-46BE-AD57-000EDBCFB527}" type="presOf" srcId="{3EED3002-AC31-47D3-BB9F-0837900FEE09}" destId="{4C317902-5EFE-402C-BD69-C76F698B21A7}" srcOrd="0" destOrd="0" presId="urn:microsoft.com/office/officeart/2005/8/layout/vList3#1"/>
    <dgm:cxn modelId="{581EEBE3-5A88-4CBE-B24E-7F2235C2A437}" type="presOf" srcId="{D83A679C-D240-45C3-B99F-9765B2901E35}" destId="{93115E27-228E-4B91-B95D-530143F8F43D}" srcOrd="0" destOrd="0" presId="urn:microsoft.com/office/officeart/2005/8/layout/vList3#1"/>
    <dgm:cxn modelId="{827DEF16-29EC-4FA0-9059-0F4E72019F08}" srcId="{F0E47454-EE5F-442F-A42A-6EA1467110B6}" destId="{FEF5AB8B-238F-4144-92CE-45E7C5F66A9E}" srcOrd="3" destOrd="0" parTransId="{0FC889AD-CA78-4861-BC6A-C4F6C951FA5A}" sibTransId="{3B1CE8BA-51EC-4975-A155-E0C42412E7DE}"/>
    <dgm:cxn modelId="{D1BA8093-1403-46BF-9BB7-A5AE469159FE}" type="presOf" srcId="{325FE6BB-CA90-4787-8742-3E870DDED725}" destId="{3FDF4AA2-1A8B-49C6-A1C3-C7700764DA7B}" srcOrd="0" destOrd="0" presId="urn:microsoft.com/office/officeart/2005/8/layout/vList3#1"/>
    <dgm:cxn modelId="{73A589BD-3D05-4179-BDDC-1913A3123694}" type="presParOf" srcId="{3418D53D-3162-408D-8E60-7BA6BC22CC9E}" destId="{96B5B554-9A27-45DA-85F6-FA8E776C87D3}" srcOrd="0" destOrd="0" presId="urn:microsoft.com/office/officeart/2005/8/layout/vList3#1"/>
    <dgm:cxn modelId="{E7425AC6-3573-4DEA-B45D-F2883379901A}" type="presParOf" srcId="{96B5B554-9A27-45DA-85F6-FA8E776C87D3}" destId="{31FEB17F-235F-48D5-812C-55BE045B45B2}" srcOrd="0" destOrd="0" presId="urn:microsoft.com/office/officeart/2005/8/layout/vList3#1"/>
    <dgm:cxn modelId="{6A75317F-6182-415C-AF57-F2949B305025}" type="presParOf" srcId="{96B5B554-9A27-45DA-85F6-FA8E776C87D3}" destId="{4C317902-5EFE-402C-BD69-C76F698B21A7}" srcOrd="1" destOrd="0" presId="urn:microsoft.com/office/officeart/2005/8/layout/vList3#1"/>
    <dgm:cxn modelId="{72B1A5F8-5FE3-444F-A7B8-F55BDE2632C0}" type="presParOf" srcId="{3418D53D-3162-408D-8E60-7BA6BC22CC9E}" destId="{2A1295C7-74EF-4EC5-86D6-A8F11E0F5735}" srcOrd="1" destOrd="0" presId="urn:microsoft.com/office/officeart/2005/8/layout/vList3#1"/>
    <dgm:cxn modelId="{6853BAE4-5B62-41ED-A9A0-B5482F4BF8CC}" type="presParOf" srcId="{3418D53D-3162-408D-8E60-7BA6BC22CC9E}" destId="{A71E5FEA-F8E7-4018-91C8-C31067C37004}" srcOrd="2" destOrd="0" presId="urn:microsoft.com/office/officeart/2005/8/layout/vList3#1"/>
    <dgm:cxn modelId="{EEF4EA3A-B4E2-470C-B6E7-5DAC28E65A7D}" type="presParOf" srcId="{A71E5FEA-F8E7-4018-91C8-C31067C37004}" destId="{21FA496C-55E1-4644-AE15-9A9EF2A6B410}" srcOrd="0" destOrd="0" presId="urn:microsoft.com/office/officeart/2005/8/layout/vList3#1"/>
    <dgm:cxn modelId="{DBF5B43C-F1A6-4025-BAC0-F885F95DDC3B}" type="presParOf" srcId="{A71E5FEA-F8E7-4018-91C8-C31067C37004}" destId="{3FDF4AA2-1A8B-49C6-A1C3-C7700764DA7B}" srcOrd="1" destOrd="0" presId="urn:microsoft.com/office/officeart/2005/8/layout/vList3#1"/>
    <dgm:cxn modelId="{C2A8D778-5AF4-4E46-8FE9-F24ECDD38B4D}" type="presParOf" srcId="{3418D53D-3162-408D-8E60-7BA6BC22CC9E}" destId="{796957ED-DE5B-458D-90BE-2A5949603E25}" srcOrd="3" destOrd="0" presId="urn:microsoft.com/office/officeart/2005/8/layout/vList3#1"/>
    <dgm:cxn modelId="{79B3CEEC-C2C0-40D2-93D4-ACF4D53BADC5}" type="presParOf" srcId="{3418D53D-3162-408D-8E60-7BA6BC22CC9E}" destId="{A8FB9B25-DFFF-4F5B-A191-84F60A679D45}" srcOrd="4" destOrd="0" presId="urn:microsoft.com/office/officeart/2005/8/layout/vList3#1"/>
    <dgm:cxn modelId="{916E2920-E6F2-4A24-B65F-4D2C9EF0CD5F}" type="presParOf" srcId="{A8FB9B25-DFFF-4F5B-A191-84F60A679D45}" destId="{393C9259-4464-4AC6-B696-7343AD548B13}" srcOrd="0" destOrd="0" presId="urn:microsoft.com/office/officeart/2005/8/layout/vList3#1"/>
    <dgm:cxn modelId="{F7C09597-8AE8-4D38-A9CC-79F27CBC0BAF}" type="presParOf" srcId="{A8FB9B25-DFFF-4F5B-A191-84F60A679D45}" destId="{93115E27-228E-4B91-B95D-530143F8F43D}" srcOrd="1" destOrd="0" presId="urn:microsoft.com/office/officeart/2005/8/layout/vList3#1"/>
    <dgm:cxn modelId="{E5F79E80-03D3-409D-B1E4-AF9954462011}" type="presParOf" srcId="{3418D53D-3162-408D-8E60-7BA6BC22CC9E}" destId="{915AA6E4-8391-409D-B513-DC38BB2F51F2}" srcOrd="5" destOrd="0" presId="urn:microsoft.com/office/officeart/2005/8/layout/vList3#1"/>
    <dgm:cxn modelId="{3AF493E9-94F3-4271-84B3-D49F08D7A57D}" type="presParOf" srcId="{3418D53D-3162-408D-8E60-7BA6BC22CC9E}" destId="{D599C4A4-8ABF-4D12-8BA0-E277211A313A}" srcOrd="6" destOrd="0" presId="urn:microsoft.com/office/officeart/2005/8/layout/vList3#1"/>
    <dgm:cxn modelId="{1A9DBEE8-ED76-4BC5-B610-CE73410A4096}" type="presParOf" srcId="{D599C4A4-8ABF-4D12-8BA0-E277211A313A}" destId="{3E5BEBD5-89A9-407D-BB4C-EED42C008B27}" srcOrd="0" destOrd="0" presId="urn:microsoft.com/office/officeart/2005/8/layout/vList3#1"/>
    <dgm:cxn modelId="{56B54319-29DC-437B-A36E-19C655FB5733}" type="presParOf" srcId="{D599C4A4-8ABF-4D12-8BA0-E277211A313A}" destId="{FB3FC997-6AFB-48A4-9837-E08371129C35}" srcOrd="1" destOrd="0" presId="urn:microsoft.com/office/officeart/2005/8/layout/vList3#1"/>
    <dgm:cxn modelId="{A408CFDC-2E6E-4880-BAF9-2AEDCCE57EB2}" type="presParOf" srcId="{3418D53D-3162-408D-8E60-7BA6BC22CC9E}" destId="{EAA0B47D-876A-40BE-9207-A03A64908CB8}" srcOrd="7" destOrd="0" presId="urn:microsoft.com/office/officeart/2005/8/layout/vList3#1"/>
    <dgm:cxn modelId="{4578F2FF-F32F-4D70-84F0-844F57BFB30D}" type="presParOf" srcId="{3418D53D-3162-408D-8E60-7BA6BC22CC9E}" destId="{09A62CB9-E46E-4BFA-A608-E0C7B91A14F0}" srcOrd="8" destOrd="0" presId="urn:microsoft.com/office/officeart/2005/8/layout/vList3#1"/>
    <dgm:cxn modelId="{345ACF2E-4D65-446D-9D6E-04ABFE11AF05}" type="presParOf" srcId="{09A62CB9-E46E-4BFA-A608-E0C7B91A14F0}" destId="{C4CFA0C1-50EE-4F0D-8C81-F037F313C725}" srcOrd="0" destOrd="0" presId="urn:microsoft.com/office/officeart/2005/8/layout/vList3#1"/>
    <dgm:cxn modelId="{910F3613-B6E6-408A-9B20-66A9C6CF560E}" type="presParOf" srcId="{09A62CB9-E46E-4BFA-A608-E0C7B91A14F0}" destId="{A99B6B24-517D-4C9A-B2C5-4C9CC123C482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E47454-EE5F-442F-A42A-6EA1467110B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EED3002-AC31-47D3-BB9F-0837900FEE0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Introduction</a:t>
          </a:r>
          <a:endParaRPr lang="fr-FR" dirty="0"/>
        </a:p>
      </dgm:t>
    </dgm:pt>
    <dgm:pt modelId="{3D4268A1-C612-4D5F-97C4-28E85362FD6C}" type="parTrans" cxnId="{3D12A15E-2C9B-4BB6-B32E-B3BB5DC8BEEB}">
      <dgm:prSet/>
      <dgm:spPr/>
      <dgm:t>
        <a:bodyPr/>
        <a:lstStyle/>
        <a:p>
          <a:endParaRPr lang="fr-FR"/>
        </a:p>
      </dgm:t>
    </dgm:pt>
    <dgm:pt modelId="{1BC91816-ABBD-4143-BD43-A280E05E38C2}" type="sibTrans" cxnId="{3D12A15E-2C9B-4BB6-B32E-B3BB5DC8BEEB}">
      <dgm:prSet/>
      <dgm:spPr/>
      <dgm:t>
        <a:bodyPr/>
        <a:lstStyle/>
        <a:p>
          <a:endParaRPr lang="fr-FR"/>
        </a:p>
      </dgm:t>
    </dgm:pt>
    <dgm:pt modelId="{2F12C789-D360-4E6D-96D0-D74F080AF69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Conclusion and Future Work</a:t>
          </a:r>
          <a:endParaRPr lang="fr-FR" b="1" dirty="0"/>
        </a:p>
      </dgm:t>
    </dgm:pt>
    <dgm:pt modelId="{09739A44-92BC-4C43-B06F-0D5E21E2FAF0}" type="parTrans" cxnId="{DCF946AE-FDC6-4078-92B5-15ACF866DE06}">
      <dgm:prSet/>
      <dgm:spPr/>
      <dgm:t>
        <a:bodyPr/>
        <a:lstStyle/>
        <a:p>
          <a:endParaRPr lang="fr-FR"/>
        </a:p>
      </dgm:t>
    </dgm:pt>
    <dgm:pt modelId="{C82F0D6E-3BEE-410B-9AC9-13FE1A195F45}" type="sibTrans" cxnId="{DCF946AE-FDC6-4078-92B5-15ACF866DE06}">
      <dgm:prSet/>
      <dgm:spPr/>
      <dgm:t>
        <a:bodyPr/>
        <a:lstStyle/>
        <a:p>
          <a:endParaRPr lang="fr-FR"/>
        </a:p>
      </dgm:t>
    </dgm:pt>
    <dgm:pt modelId="{FEF5AB8B-238F-4144-92CE-45E7C5F66A9E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 dirty="0" smtClean="0"/>
            <a:t>Demo Video</a:t>
          </a:r>
          <a:endParaRPr lang="fr-FR" dirty="0"/>
        </a:p>
      </dgm:t>
    </dgm:pt>
    <dgm:pt modelId="{0FC889AD-CA78-4861-BC6A-C4F6C951FA5A}" type="parTrans" cxnId="{827DEF16-29EC-4FA0-9059-0F4E72019F08}">
      <dgm:prSet/>
      <dgm:spPr/>
      <dgm:t>
        <a:bodyPr/>
        <a:lstStyle/>
        <a:p>
          <a:endParaRPr lang="fr-FR"/>
        </a:p>
      </dgm:t>
    </dgm:pt>
    <dgm:pt modelId="{3B1CE8BA-51EC-4975-A155-E0C42412E7DE}" type="sibTrans" cxnId="{827DEF16-29EC-4FA0-9059-0F4E72019F08}">
      <dgm:prSet/>
      <dgm:spPr/>
      <dgm:t>
        <a:bodyPr/>
        <a:lstStyle/>
        <a:p>
          <a:endParaRPr lang="fr-FR"/>
        </a:p>
      </dgm:t>
    </dgm:pt>
    <dgm:pt modelId="{325FE6BB-CA90-4787-8742-3E870DDED72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Round-trip Use-cases and Scenarios</a:t>
          </a:r>
          <a:endParaRPr lang="fr-FR" dirty="0"/>
        </a:p>
      </dgm:t>
    </dgm:pt>
    <dgm:pt modelId="{CAF05359-00A2-402A-8A6A-8620741672F9}" type="sibTrans" cxnId="{53CEEE00-0A20-4567-950F-26D082E2C28D}">
      <dgm:prSet/>
      <dgm:spPr/>
      <dgm:t>
        <a:bodyPr/>
        <a:lstStyle/>
        <a:p>
          <a:endParaRPr lang="fr-FR"/>
        </a:p>
      </dgm:t>
    </dgm:pt>
    <dgm:pt modelId="{A36E9409-D722-404C-8014-EEF397533CF9}" type="parTrans" cxnId="{53CEEE00-0A20-4567-950F-26D082E2C28D}">
      <dgm:prSet/>
      <dgm:spPr/>
      <dgm:t>
        <a:bodyPr/>
        <a:lstStyle/>
        <a:p>
          <a:endParaRPr lang="fr-FR"/>
        </a:p>
      </dgm:t>
    </dgm:pt>
    <dgm:pt modelId="{D83A679C-D240-45C3-B99F-9765B2901E3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fr-FR" b="1" dirty="0" err="1" smtClean="0"/>
            <a:t>Implementation</a:t>
          </a:r>
          <a:r>
            <a:rPr lang="fr-FR" b="1" dirty="0" smtClean="0"/>
            <a:t> Technologies</a:t>
          </a:r>
          <a:endParaRPr lang="fr-FR" b="1" dirty="0"/>
        </a:p>
      </dgm:t>
    </dgm:pt>
    <dgm:pt modelId="{84B67DAE-BE10-457D-94BA-BF1B6319E0B5}" type="parTrans" cxnId="{91620D59-AEF8-4FAD-869B-358476E69691}">
      <dgm:prSet/>
      <dgm:spPr/>
      <dgm:t>
        <a:bodyPr/>
        <a:lstStyle/>
        <a:p>
          <a:endParaRPr lang="fr-FR"/>
        </a:p>
      </dgm:t>
    </dgm:pt>
    <dgm:pt modelId="{29D55F84-F3CC-4BEA-B384-8100723D184A}" type="sibTrans" cxnId="{91620D59-AEF8-4FAD-869B-358476E69691}">
      <dgm:prSet/>
      <dgm:spPr/>
      <dgm:t>
        <a:bodyPr/>
        <a:lstStyle/>
        <a:p>
          <a:endParaRPr lang="fr-FR"/>
        </a:p>
      </dgm:t>
    </dgm:pt>
    <dgm:pt modelId="{3418D53D-3162-408D-8E60-7BA6BC22CC9E}" type="pres">
      <dgm:prSet presAssocID="{F0E47454-EE5F-442F-A42A-6EA1467110B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B5B554-9A27-45DA-85F6-FA8E776C87D3}" type="pres">
      <dgm:prSet presAssocID="{3EED3002-AC31-47D3-BB9F-0837900FEE09}" presName="composite" presStyleCnt="0"/>
      <dgm:spPr/>
    </dgm:pt>
    <dgm:pt modelId="{31FEB17F-235F-48D5-812C-55BE045B45B2}" type="pres">
      <dgm:prSet presAssocID="{3EED3002-AC31-47D3-BB9F-0837900FEE09}" presName="imgShp" presStyleLbl="fgImgPlace1" presStyleIdx="0" presStyleCnt="5"/>
      <dgm:spPr>
        <a:blipFill>
          <a:blip xmlns:r="http://schemas.openxmlformats.org/officeDocument/2006/relationships" r:embed="rId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  <dgm:t>
        <a:bodyPr/>
        <a:lstStyle/>
        <a:p>
          <a:endParaRPr lang="fr-FR"/>
        </a:p>
      </dgm:t>
    </dgm:pt>
    <dgm:pt modelId="{4C317902-5EFE-402C-BD69-C76F698B21A7}" type="pres">
      <dgm:prSet presAssocID="{3EED3002-AC31-47D3-BB9F-0837900FEE0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A1295C7-74EF-4EC5-86D6-A8F11E0F5735}" type="pres">
      <dgm:prSet presAssocID="{1BC91816-ABBD-4143-BD43-A280E05E38C2}" presName="spacing" presStyleCnt="0"/>
      <dgm:spPr/>
    </dgm:pt>
    <dgm:pt modelId="{A71E5FEA-F8E7-4018-91C8-C31067C37004}" type="pres">
      <dgm:prSet presAssocID="{325FE6BB-CA90-4787-8742-3E870DDED725}" presName="composite" presStyleCnt="0"/>
      <dgm:spPr/>
    </dgm:pt>
    <dgm:pt modelId="{21FA496C-55E1-4644-AE15-9A9EF2A6B410}" type="pres">
      <dgm:prSet presAssocID="{325FE6BB-CA90-4787-8742-3E870DDED725}" presName="imgShp" presStyleLbl="fgImgPlace1" presStyleIdx="1" presStyleCnt="5"/>
      <dgm:spPr>
        <a:blipFill dpi="0" rotWithShape="1">
          <a:blip xmlns:r="http://schemas.openxmlformats.org/officeDocument/2006/relationships"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</dgm:spPr>
      <dgm:t>
        <a:bodyPr/>
        <a:lstStyle/>
        <a:p>
          <a:endParaRPr lang="fr-FR"/>
        </a:p>
      </dgm:t>
    </dgm:pt>
    <dgm:pt modelId="{3FDF4AA2-1A8B-49C6-A1C3-C7700764DA7B}" type="pres">
      <dgm:prSet presAssocID="{325FE6BB-CA90-4787-8742-3E870DDED725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96957ED-DE5B-458D-90BE-2A5949603E25}" type="pres">
      <dgm:prSet presAssocID="{CAF05359-00A2-402A-8A6A-8620741672F9}" presName="spacing" presStyleCnt="0"/>
      <dgm:spPr/>
    </dgm:pt>
    <dgm:pt modelId="{A8FB9B25-DFFF-4F5B-A191-84F60A679D45}" type="pres">
      <dgm:prSet presAssocID="{D83A679C-D240-45C3-B99F-9765B2901E35}" presName="composite" presStyleCnt="0"/>
      <dgm:spPr/>
    </dgm:pt>
    <dgm:pt modelId="{393C9259-4464-4AC6-B696-7343AD548B13}" type="pres">
      <dgm:prSet presAssocID="{D83A679C-D240-45C3-B99F-9765B2901E35}" presName="imgShp" presStyleLbl="fgImgPlace1" presStyleIdx="2" presStyleCnt="5"/>
      <dgm:spPr>
        <a:blipFill>
          <a:blip xmlns:r="http://schemas.openxmlformats.org/officeDocument/2006/relationships"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3115E27-228E-4B91-B95D-530143F8F43D}" type="pres">
      <dgm:prSet presAssocID="{D83A679C-D240-45C3-B99F-9765B2901E35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15AA6E4-8391-409D-B513-DC38BB2F51F2}" type="pres">
      <dgm:prSet presAssocID="{29D55F84-F3CC-4BEA-B384-8100723D184A}" presName="spacing" presStyleCnt="0"/>
      <dgm:spPr/>
    </dgm:pt>
    <dgm:pt modelId="{D599C4A4-8ABF-4D12-8BA0-E277211A313A}" type="pres">
      <dgm:prSet presAssocID="{FEF5AB8B-238F-4144-92CE-45E7C5F66A9E}" presName="composite" presStyleCnt="0"/>
      <dgm:spPr/>
    </dgm:pt>
    <dgm:pt modelId="{3E5BEBD5-89A9-407D-BB4C-EED42C008B27}" type="pres">
      <dgm:prSet presAssocID="{FEF5AB8B-238F-4144-92CE-45E7C5F66A9E}" presName="imgShp" presStyleLbl="fgImgPlace1" presStyleIdx="3" presStyleCnt="5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</dgm:spPr>
      <dgm:t>
        <a:bodyPr/>
        <a:lstStyle/>
        <a:p>
          <a:endParaRPr lang="fr-FR"/>
        </a:p>
      </dgm:t>
    </dgm:pt>
    <dgm:pt modelId="{FB3FC997-6AFB-48A4-9837-E08371129C35}" type="pres">
      <dgm:prSet presAssocID="{FEF5AB8B-238F-4144-92CE-45E7C5F66A9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A0B47D-876A-40BE-9207-A03A64908CB8}" type="pres">
      <dgm:prSet presAssocID="{3B1CE8BA-51EC-4975-A155-E0C42412E7DE}" presName="spacing" presStyleCnt="0"/>
      <dgm:spPr/>
    </dgm:pt>
    <dgm:pt modelId="{09A62CB9-E46E-4BFA-A608-E0C7B91A14F0}" type="pres">
      <dgm:prSet presAssocID="{2F12C789-D360-4E6D-96D0-D74F080AF699}" presName="composite" presStyleCnt="0"/>
      <dgm:spPr/>
    </dgm:pt>
    <dgm:pt modelId="{C4CFA0C1-50EE-4F0D-8C81-F037F313C725}" type="pres">
      <dgm:prSet presAssocID="{2F12C789-D360-4E6D-96D0-D74F080AF699}" presName="imgShp" presStyleLbl="fgImgPlace1" presStyleIdx="4" presStyleCnt="5"/>
      <dgm:spPr>
        <a:blipFill>
          <a:blip xmlns:r="http://schemas.openxmlformats.org/officeDocument/2006/relationships"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fr-FR"/>
        </a:p>
      </dgm:t>
    </dgm:pt>
    <dgm:pt modelId="{A99B6B24-517D-4C9A-B2C5-4C9CC123C482}" type="pres">
      <dgm:prSet presAssocID="{2F12C789-D360-4E6D-96D0-D74F080AF699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47913BEB-2341-44C7-8532-B37961B73866}" type="presOf" srcId="{F0E47454-EE5F-442F-A42A-6EA1467110B6}" destId="{3418D53D-3162-408D-8E60-7BA6BC22CC9E}" srcOrd="0" destOrd="0" presId="urn:microsoft.com/office/officeart/2005/8/layout/vList3#1"/>
    <dgm:cxn modelId="{3D12A15E-2C9B-4BB6-B32E-B3BB5DC8BEEB}" srcId="{F0E47454-EE5F-442F-A42A-6EA1467110B6}" destId="{3EED3002-AC31-47D3-BB9F-0837900FEE09}" srcOrd="0" destOrd="0" parTransId="{3D4268A1-C612-4D5F-97C4-28E85362FD6C}" sibTransId="{1BC91816-ABBD-4143-BD43-A280E05E38C2}"/>
    <dgm:cxn modelId="{DCF946AE-FDC6-4078-92B5-15ACF866DE06}" srcId="{F0E47454-EE5F-442F-A42A-6EA1467110B6}" destId="{2F12C789-D360-4E6D-96D0-D74F080AF699}" srcOrd="4" destOrd="0" parTransId="{09739A44-92BC-4C43-B06F-0D5E21E2FAF0}" sibTransId="{C82F0D6E-3BEE-410B-9AC9-13FE1A195F45}"/>
    <dgm:cxn modelId="{861E1FA2-3F26-428F-9846-CD92F30B360E}" type="presOf" srcId="{D83A679C-D240-45C3-B99F-9765B2901E35}" destId="{93115E27-228E-4B91-B95D-530143F8F43D}" srcOrd="0" destOrd="0" presId="urn:microsoft.com/office/officeart/2005/8/layout/vList3#1"/>
    <dgm:cxn modelId="{626504B6-858A-41E4-AFEC-9C7DD76338B4}" type="presOf" srcId="{3EED3002-AC31-47D3-BB9F-0837900FEE09}" destId="{4C317902-5EFE-402C-BD69-C76F698B21A7}" srcOrd="0" destOrd="0" presId="urn:microsoft.com/office/officeart/2005/8/layout/vList3#1"/>
    <dgm:cxn modelId="{91620D59-AEF8-4FAD-869B-358476E69691}" srcId="{F0E47454-EE5F-442F-A42A-6EA1467110B6}" destId="{D83A679C-D240-45C3-B99F-9765B2901E35}" srcOrd="2" destOrd="0" parTransId="{84B67DAE-BE10-457D-94BA-BF1B6319E0B5}" sibTransId="{29D55F84-F3CC-4BEA-B384-8100723D184A}"/>
    <dgm:cxn modelId="{61222CEE-C847-4371-A60A-A485893127DC}" type="presOf" srcId="{2F12C789-D360-4E6D-96D0-D74F080AF699}" destId="{A99B6B24-517D-4C9A-B2C5-4C9CC123C482}" srcOrd="0" destOrd="0" presId="urn:microsoft.com/office/officeart/2005/8/layout/vList3#1"/>
    <dgm:cxn modelId="{53CEEE00-0A20-4567-950F-26D082E2C28D}" srcId="{F0E47454-EE5F-442F-A42A-6EA1467110B6}" destId="{325FE6BB-CA90-4787-8742-3E870DDED725}" srcOrd="1" destOrd="0" parTransId="{A36E9409-D722-404C-8014-EEF397533CF9}" sibTransId="{CAF05359-00A2-402A-8A6A-8620741672F9}"/>
    <dgm:cxn modelId="{A24B0B10-C2DE-413B-AA77-4D02FF165E2E}" type="presOf" srcId="{FEF5AB8B-238F-4144-92CE-45E7C5F66A9E}" destId="{FB3FC997-6AFB-48A4-9837-E08371129C35}" srcOrd="0" destOrd="0" presId="urn:microsoft.com/office/officeart/2005/8/layout/vList3#1"/>
    <dgm:cxn modelId="{827DEF16-29EC-4FA0-9059-0F4E72019F08}" srcId="{F0E47454-EE5F-442F-A42A-6EA1467110B6}" destId="{FEF5AB8B-238F-4144-92CE-45E7C5F66A9E}" srcOrd="3" destOrd="0" parTransId="{0FC889AD-CA78-4861-BC6A-C4F6C951FA5A}" sibTransId="{3B1CE8BA-51EC-4975-A155-E0C42412E7DE}"/>
    <dgm:cxn modelId="{D7335FEF-7233-4F69-9E64-706B6503498F}" type="presOf" srcId="{325FE6BB-CA90-4787-8742-3E870DDED725}" destId="{3FDF4AA2-1A8B-49C6-A1C3-C7700764DA7B}" srcOrd="0" destOrd="0" presId="urn:microsoft.com/office/officeart/2005/8/layout/vList3#1"/>
    <dgm:cxn modelId="{F7233EED-D2AB-449F-A127-54EC5930BA35}" type="presParOf" srcId="{3418D53D-3162-408D-8E60-7BA6BC22CC9E}" destId="{96B5B554-9A27-45DA-85F6-FA8E776C87D3}" srcOrd="0" destOrd="0" presId="urn:microsoft.com/office/officeart/2005/8/layout/vList3#1"/>
    <dgm:cxn modelId="{71A7E214-91F0-44BD-A0E4-7BC9E974D004}" type="presParOf" srcId="{96B5B554-9A27-45DA-85F6-FA8E776C87D3}" destId="{31FEB17F-235F-48D5-812C-55BE045B45B2}" srcOrd="0" destOrd="0" presId="urn:microsoft.com/office/officeart/2005/8/layout/vList3#1"/>
    <dgm:cxn modelId="{C5CA000E-EB05-4B5D-93D2-FAFEDD1AEEA1}" type="presParOf" srcId="{96B5B554-9A27-45DA-85F6-FA8E776C87D3}" destId="{4C317902-5EFE-402C-BD69-C76F698B21A7}" srcOrd="1" destOrd="0" presId="urn:microsoft.com/office/officeart/2005/8/layout/vList3#1"/>
    <dgm:cxn modelId="{493B9F61-8312-4FC3-96AE-30B9F006F644}" type="presParOf" srcId="{3418D53D-3162-408D-8E60-7BA6BC22CC9E}" destId="{2A1295C7-74EF-4EC5-86D6-A8F11E0F5735}" srcOrd="1" destOrd="0" presId="urn:microsoft.com/office/officeart/2005/8/layout/vList3#1"/>
    <dgm:cxn modelId="{E40D3F03-D653-45F1-9529-627D6E95A620}" type="presParOf" srcId="{3418D53D-3162-408D-8E60-7BA6BC22CC9E}" destId="{A71E5FEA-F8E7-4018-91C8-C31067C37004}" srcOrd="2" destOrd="0" presId="urn:microsoft.com/office/officeart/2005/8/layout/vList3#1"/>
    <dgm:cxn modelId="{94791C6A-9196-45FF-95EF-914084AE11DD}" type="presParOf" srcId="{A71E5FEA-F8E7-4018-91C8-C31067C37004}" destId="{21FA496C-55E1-4644-AE15-9A9EF2A6B410}" srcOrd="0" destOrd="0" presId="urn:microsoft.com/office/officeart/2005/8/layout/vList3#1"/>
    <dgm:cxn modelId="{2B13CF57-C6B6-433B-AD77-BFF862DA26DC}" type="presParOf" srcId="{A71E5FEA-F8E7-4018-91C8-C31067C37004}" destId="{3FDF4AA2-1A8B-49C6-A1C3-C7700764DA7B}" srcOrd="1" destOrd="0" presId="urn:microsoft.com/office/officeart/2005/8/layout/vList3#1"/>
    <dgm:cxn modelId="{1A14A2E3-7494-4A2B-A0B2-D190039B495D}" type="presParOf" srcId="{3418D53D-3162-408D-8E60-7BA6BC22CC9E}" destId="{796957ED-DE5B-458D-90BE-2A5949603E25}" srcOrd="3" destOrd="0" presId="urn:microsoft.com/office/officeart/2005/8/layout/vList3#1"/>
    <dgm:cxn modelId="{CEDC3E37-B4C2-431D-9DB1-65511BA2F7DA}" type="presParOf" srcId="{3418D53D-3162-408D-8E60-7BA6BC22CC9E}" destId="{A8FB9B25-DFFF-4F5B-A191-84F60A679D45}" srcOrd="4" destOrd="0" presId="urn:microsoft.com/office/officeart/2005/8/layout/vList3#1"/>
    <dgm:cxn modelId="{70FD01DC-9E98-48BB-B4C4-489BFC04278F}" type="presParOf" srcId="{A8FB9B25-DFFF-4F5B-A191-84F60A679D45}" destId="{393C9259-4464-4AC6-B696-7343AD548B13}" srcOrd="0" destOrd="0" presId="urn:microsoft.com/office/officeart/2005/8/layout/vList3#1"/>
    <dgm:cxn modelId="{A3DE9A7D-F4FE-47EC-9382-78C5F8CC31A8}" type="presParOf" srcId="{A8FB9B25-DFFF-4F5B-A191-84F60A679D45}" destId="{93115E27-228E-4B91-B95D-530143F8F43D}" srcOrd="1" destOrd="0" presId="urn:microsoft.com/office/officeart/2005/8/layout/vList3#1"/>
    <dgm:cxn modelId="{6DE7ABCC-4F04-4B04-B90F-76B0945D46F0}" type="presParOf" srcId="{3418D53D-3162-408D-8E60-7BA6BC22CC9E}" destId="{915AA6E4-8391-409D-B513-DC38BB2F51F2}" srcOrd="5" destOrd="0" presId="urn:microsoft.com/office/officeart/2005/8/layout/vList3#1"/>
    <dgm:cxn modelId="{D37F8145-ED8F-4962-8597-A93569D1DD99}" type="presParOf" srcId="{3418D53D-3162-408D-8E60-7BA6BC22CC9E}" destId="{D599C4A4-8ABF-4D12-8BA0-E277211A313A}" srcOrd="6" destOrd="0" presId="urn:microsoft.com/office/officeart/2005/8/layout/vList3#1"/>
    <dgm:cxn modelId="{1FAFA8B5-DC0B-4E28-BDAB-B3956DF6A248}" type="presParOf" srcId="{D599C4A4-8ABF-4D12-8BA0-E277211A313A}" destId="{3E5BEBD5-89A9-407D-BB4C-EED42C008B27}" srcOrd="0" destOrd="0" presId="urn:microsoft.com/office/officeart/2005/8/layout/vList3#1"/>
    <dgm:cxn modelId="{80F6D773-6E62-42B8-9FC4-DE59B545E82B}" type="presParOf" srcId="{D599C4A4-8ABF-4D12-8BA0-E277211A313A}" destId="{FB3FC997-6AFB-48A4-9837-E08371129C35}" srcOrd="1" destOrd="0" presId="urn:microsoft.com/office/officeart/2005/8/layout/vList3#1"/>
    <dgm:cxn modelId="{4568CC99-BB2C-4319-A28B-9277F08421E7}" type="presParOf" srcId="{3418D53D-3162-408D-8E60-7BA6BC22CC9E}" destId="{EAA0B47D-876A-40BE-9207-A03A64908CB8}" srcOrd="7" destOrd="0" presId="urn:microsoft.com/office/officeart/2005/8/layout/vList3#1"/>
    <dgm:cxn modelId="{2F586636-083A-43BE-A31B-606603F665D9}" type="presParOf" srcId="{3418D53D-3162-408D-8E60-7BA6BC22CC9E}" destId="{09A62CB9-E46E-4BFA-A608-E0C7B91A14F0}" srcOrd="8" destOrd="0" presId="urn:microsoft.com/office/officeart/2005/8/layout/vList3#1"/>
    <dgm:cxn modelId="{2A9438DC-C92A-4A4A-A8AF-C193B71508DE}" type="presParOf" srcId="{09A62CB9-E46E-4BFA-A608-E0C7B91A14F0}" destId="{C4CFA0C1-50EE-4F0D-8C81-F037F313C725}" srcOrd="0" destOrd="0" presId="urn:microsoft.com/office/officeart/2005/8/layout/vList3#1"/>
    <dgm:cxn modelId="{D4BB8A5E-60FE-409E-83BF-2C32EBD2B441}" type="presParOf" srcId="{09A62CB9-E46E-4BFA-A608-E0C7B91A14F0}" destId="{A99B6B24-517D-4C9A-B2C5-4C9CC123C482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E47454-EE5F-442F-A42A-6EA1467110B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EED3002-AC31-47D3-BB9F-0837900FEE0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Introduction</a:t>
          </a:r>
          <a:endParaRPr lang="fr-FR" dirty="0"/>
        </a:p>
      </dgm:t>
    </dgm:pt>
    <dgm:pt modelId="{3D4268A1-C612-4D5F-97C4-28E85362FD6C}" type="parTrans" cxnId="{3D12A15E-2C9B-4BB6-B32E-B3BB5DC8BEEB}">
      <dgm:prSet/>
      <dgm:spPr/>
      <dgm:t>
        <a:bodyPr/>
        <a:lstStyle/>
        <a:p>
          <a:endParaRPr lang="fr-FR"/>
        </a:p>
      </dgm:t>
    </dgm:pt>
    <dgm:pt modelId="{1BC91816-ABBD-4143-BD43-A280E05E38C2}" type="sibTrans" cxnId="{3D12A15E-2C9B-4BB6-B32E-B3BB5DC8BEEB}">
      <dgm:prSet/>
      <dgm:spPr/>
      <dgm:t>
        <a:bodyPr/>
        <a:lstStyle/>
        <a:p>
          <a:endParaRPr lang="fr-FR"/>
        </a:p>
      </dgm:t>
    </dgm:pt>
    <dgm:pt modelId="{2F12C789-D360-4E6D-96D0-D74F080AF699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en-US" b="1" dirty="0" smtClean="0"/>
            <a:t>Conclusion and Future Work</a:t>
          </a:r>
          <a:endParaRPr lang="fr-FR" b="1" dirty="0"/>
        </a:p>
      </dgm:t>
    </dgm:pt>
    <dgm:pt modelId="{09739A44-92BC-4C43-B06F-0D5E21E2FAF0}" type="parTrans" cxnId="{DCF946AE-FDC6-4078-92B5-15ACF866DE06}">
      <dgm:prSet/>
      <dgm:spPr/>
      <dgm:t>
        <a:bodyPr/>
        <a:lstStyle/>
        <a:p>
          <a:endParaRPr lang="fr-FR"/>
        </a:p>
      </dgm:t>
    </dgm:pt>
    <dgm:pt modelId="{C82F0D6E-3BEE-410B-9AC9-13FE1A195F45}" type="sibTrans" cxnId="{DCF946AE-FDC6-4078-92B5-15ACF866DE06}">
      <dgm:prSet/>
      <dgm:spPr/>
      <dgm:t>
        <a:bodyPr/>
        <a:lstStyle/>
        <a:p>
          <a:endParaRPr lang="fr-FR"/>
        </a:p>
      </dgm:t>
    </dgm:pt>
    <dgm:pt modelId="{FEF5AB8B-238F-4144-92CE-45E7C5F66A9E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Demo Video</a:t>
          </a:r>
          <a:endParaRPr lang="fr-FR" dirty="0"/>
        </a:p>
      </dgm:t>
    </dgm:pt>
    <dgm:pt modelId="{0FC889AD-CA78-4861-BC6A-C4F6C951FA5A}" type="parTrans" cxnId="{827DEF16-29EC-4FA0-9059-0F4E72019F08}">
      <dgm:prSet/>
      <dgm:spPr/>
      <dgm:t>
        <a:bodyPr/>
        <a:lstStyle/>
        <a:p>
          <a:endParaRPr lang="fr-FR"/>
        </a:p>
      </dgm:t>
    </dgm:pt>
    <dgm:pt modelId="{3B1CE8BA-51EC-4975-A155-E0C42412E7DE}" type="sibTrans" cxnId="{827DEF16-29EC-4FA0-9059-0F4E72019F08}">
      <dgm:prSet/>
      <dgm:spPr/>
      <dgm:t>
        <a:bodyPr/>
        <a:lstStyle/>
        <a:p>
          <a:endParaRPr lang="fr-FR"/>
        </a:p>
      </dgm:t>
    </dgm:pt>
    <dgm:pt modelId="{325FE6BB-CA90-4787-8742-3E870DDED72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en-US" b="1" dirty="0" smtClean="0"/>
            <a:t>Round-trip Use-cases and Scenarios</a:t>
          </a:r>
          <a:endParaRPr lang="fr-FR" dirty="0"/>
        </a:p>
      </dgm:t>
    </dgm:pt>
    <dgm:pt modelId="{CAF05359-00A2-402A-8A6A-8620741672F9}" type="sibTrans" cxnId="{53CEEE00-0A20-4567-950F-26D082E2C28D}">
      <dgm:prSet/>
      <dgm:spPr/>
      <dgm:t>
        <a:bodyPr/>
        <a:lstStyle/>
        <a:p>
          <a:endParaRPr lang="fr-FR"/>
        </a:p>
      </dgm:t>
    </dgm:pt>
    <dgm:pt modelId="{A36E9409-D722-404C-8014-EEF397533CF9}" type="parTrans" cxnId="{53CEEE00-0A20-4567-950F-26D082E2C28D}">
      <dgm:prSet/>
      <dgm:spPr/>
      <dgm:t>
        <a:bodyPr/>
        <a:lstStyle/>
        <a:p>
          <a:endParaRPr lang="fr-FR"/>
        </a:p>
      </dgm:t>
    </dgm:pt>
    <dgm:pt modelId="{D83A679C-D240-45C3-B99F-9765B2901E35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pPr rtl="0"/>
          <a:r>
            <a:rPr lang="fr-FR" b="1" dirty="0" err="1" smtClean="0"/>
            <a:t>Implementation</a:t>
          </a:r>
          <a:r>
            <a:rPr lang="fr-FR" b="1" dirty="0" smtClean="0"/>
            <a:t> Technologies</a:t>
          </a:r>
          <a:endParaRPr lang="fr-FR" b="1" dirty="0"/>
        </a:p>
      </dgm:t>
    </dgm:pt>
    <dgm:pt modelId="{84B67DAE-BE10-457D-94BA-BF1B6319E0B5}" type="parTrans" cxnId="{91620D59-AEF8-4FAD-869B-358476E69691}">
      <dgm:prSet/>
      <dgm:spPr/>
      <dgm:t>
        <a:bodyPr/>
        <a:lstStyle/>
        <a:p>
          <a:endParaRPr lang="fr-FR"/>
        </a:p>
      </dgm:t>
    </dgm:pt>
    <dgm:pt modelId="{29D55F84-F3CC-4BEA-B384-8100723D184A}" type="sibTrans" cxnId="{91620D59-AEF8-4FAD-869B-358476E69691}">
      <dgm:prSet/>
      <dgm:spPr/>
      <dgm:t>
        <a:bodyPr/>
        <a:lstStyle/>
        <a:p>
          <a:endParaRPr lang="fr-FR"/>
        </a:p>
      </dgm:t>
    </dgm:pt>
    <dgm:pt modelId="{3418D53D-3162-408D-8E60-7BA6BC22CC9E}" type="pres">
      <dgm:prSet presAssocID="{F0E47454-EE5F-442F-A42A-6EA1467110B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96B5B554-9A27-45DA-85F6-FA8E776C87D3}" type="pres">
      <dgm:prSet presAssocID="{3EED3002-AC31-47D3-BB9F-0837900FEE09}" presName="composite" presStyleCnt="0"/>
      <dgm:spPr/>
    </dgm:pt>
    <dgm:pt modelId="{31FEB17F-235F-48D5-812C-55BE045B45B2}" type="pres">
      <dgm:prSet presAssocID="{3EED3002-AC31-47D3-BB9F-0837900FEE09}" presName="imgShp" presStyleLbl="fgImgPlace1" presStyleIdx="0" presStyleCnt="5"/>
      <dgm:spPr>
        <a:blipFill>
          <a:blip xmlns:r="http://schemas.openxmlformats.org/officeDocument/2006/relationships" r:embed="rId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  <dgm:t>
        <a:bodyPr/>
        <a:lstStyle/>
        <a:p>
          <a:endParaRPr lang="fr-FR"/>
        </a:p>
      </dgm:t>
    </dgm:pt>
    <dgm:pt modelId="{4C317902-5EFE-402C-BD69-C76F698B21A7}" type="pres">
      <dgm:prSet presAssocID="{3EED3002-AC31-47D3-BB9F-0837900FEE09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A1295C7-74EF-4EC5-86D6-A8F11E0F5735}" type="pres">
      <dgm:prSet presAssocID="{1BC91816-ABBD-4143-BD43-A280E05E38C2}" presName="spacing" presStyleCnt="0"/>
      <dgm:spPr/>
    </dgm:pt>
    <dgm:pt modelId="{A71E5FEA-F8E7-4018-91C8-C31067C37004}" type="pres">
      <dgm:prSet presAssocID="{325FE6BB-CA90-4787-8742-3E870DDED725}" presName="composite" presStyleCnt="0"/>
      <dgm:spPr/>
    </dgm:pt>
    <dgm:pt modelId="{21FA496C-55E1-4644-AE15-9A9EF2A6B410}" type="pres">
      <dgm:prSet presAssocID="{325FE6BB-CA90-4787-8742-3E870DDED725}" presName="imgShp" presStyleLbl="fgImgPlace1" presStyleIdx="1" presStyleCnt="5"/>
      <dgm:spPr>
        <a:blipFill dpi="0" rotWithShape="1">
          <a:blip xmlns:r="http://schemas.openxmlformats.org/officeDocument/2006/relationships"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</dgm:spPr>
      <dgm:t>
        <a:bodyPr/>
        <a:lstStyle/>
        <a:p>
          <a:endParaRPr lang="fr-FR"/>
        </a:p>
      </dgm:t>
    </dgm:pt>
    <dgm:pt modelId="{3FDF4AA2-1A8B-49C6-A1C3-C7700764DA7B}" type="pres">
      <dgm:prSet presAssocID="{325FE6BB-CA90-4787-8742-3E870DDED725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96957ED-DE5B-458D-90BE-2A5949603E25}" type="pres">
      <dgm:prSet presAssocID="{CAF05359-00A2-402A-8A6A-8620741672F9}" presName="spacing" presStyleCnt="0"/>
      <dgm:spPr/>
    </dgm:pt>
    <dgm:pt modelId="{A8FB9B25-DFFF-4F5B-A191-84F60A679D45}" type="pres">
      <dgm:prSet presAssocID="{D83A679C-D240-45C3-B99F-9765B2901E35}" presName="composite" presStyleCnt="0"/>
      <dgm:spPr/>
    </dgm:pt>
    <dgm:pt modelId="{393C9259-4464-4AC6-B696-7343AD548B13}" type="pres">
      <dgm:prSet presAssocID="{D83A679C-D240-45C3-B99F-9765B2901E35}" presName="imgShp" presStyleLbl="fgImgPlace1" presStyleIdx="2" presStyleCnt="5"/>
      <dgm:spPr>
        <a:blipFill>
          <a:blip xmlns:r="http://schemas.openxmlformats.org/officeDocument/2006/relationships"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3115E27-228E-4B91-B95D-530143F8F43D}" type="pres">
      <dgm:prSet presAssocID="{D83A679C-D240-45C3-B99F-9765B2901E35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15AA6E4-8391-409D-B513-DC38BB2F51F2}" type="pres">
      <dgm:prSet presAssocID="{29D55F84-F3CC-4BEA-B384-8100723D184A}" presName="spacing" presStyleCnt="0"/>
      <dgm:spPr/>
    </dgm:pt>
    <dgm:pt modelId="{D599C4A4-8ABF-4D12-8BA0-E277211A313A}" type="pres">
      <dgm:prSet presAssocID="{FEF5AB8B-238F-4144-92CE-45E7C5F66A9E}" presName="composite" presStyleCnt="0"/>
      <dgm:spPr/>
    </dgm:pt>
    <dgm:pt modelId="{3E5BEBD5-89A9-407D-BB4C-EED42C008B27}" type="pres">
      <dgm:prSet presAssocID="{FEF5AB8B-238F-4144-92CE-45E7C5F66A9E}" presName="imgShp" presStyleLbl="fgImgPlace1" presStyleIdx="3" presStyleCnt="5"/>
      <dgm:spPr>
        <a:blipFill dpi="0" rotWithShape="1">
          <a:blip xmlns:r="http://schemas.openxmlformats.org/officeDocument/2006/relationships"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</dgm:spPr>
      <dgm:t>
        <a:bodyPr/>
        <a:lstStyle/>
        <a:p>
          <a:endParaRPr lang="fr-FR"/>
        </a:p>
      </dgm:t>
    </dgm:pt>
    <dgm:pt modelId="{FB3FC997-6AFB-48A4-9837-E08371129C35}" type="pres">
      <dgm:prSet presAssocID="{FEF5AB8B-238F-4144-92CE-45E7C5F66A9E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A0B47D-876A-40BE-9207-A03A64908CB8}" type="pres">
      <dgm:prSet presAssocID="{3B1CE8BA-51EC-4975-A155-E0C42412E7DE}" presName="spacing" presStyleCnt="0"/>
      <dgm:spPr/>
    </dgm:pt>
    <dgm:pt modelId="{09A62CB9-E46E-4BFA-A608-E0C7B91A14F0}" type="pres">
      <dgm:prSet presAssocID="{2F12C789-D360-4E6D-96D0-D74F080AF699}" presName="composite" presStyleCnt="0"/>
      <dgm:spPr/>
    </dgm:pt>
    <dgm:pt modelId="{C4CFA0C1-50EE-4F0D-8C81-F037F313C725}" type="pres">
      <dgm:prSet presAssocID="{2F12C789-D360-4E6D-96D0-D74F080AF699}" presName="imgShp" presStyleLbl="fgImgPlace1" presStyleIdx="4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fr-FR"/>
        </a:p>
      </dgm:t>
    </dgm:pt>
    <dgm:pt modelId="{A99B6B24-517D-4C9A-B2C5-4C9CC123C482}" type="pres">
      <dgm:prSet presAssocID="{2F12C789-D360-4E6D-96D0-D74F080AF699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01F91CD3-E69E-4E08-8B6D-014B3273C6B5}" type="presOf" srcId="{2F12C789-D360-4E6D-96D0-D74F080AF699}" destId="{A99B6B24-517D-4C9A-B2C5-4C9CC123C482}" srcOrd="0" destOrd="0" presId="urn:microsoft.com/office/officeart/2005/8/layout/vList3#1"/>
    <dgm:cxn modelId="{7C42E6CA-5FDC-43A6-9C2C-47E51E1223F7}" type="presOf" srcId="{D83A679C-D240-45C3-B99F-9765B2901E35}" destId="{93115E27-228E-4B91-B95D-530143F8F43D}" srcOrd="0" destOrd="0" presId="urn:microsoft.com/office/officeart/2005/8/layout/vList3#1"/>
    <dgm:cxn modelId="{E0503B6C-6EAE-41BF-88B2-090F9869E257}" type="presOf" srcId="{3EED3002-AC31-47D3-BB9F-0837900FEE09}" destId="{4C317902-5EFE-402C-BD69-C76F698B21A7}" srcOrd="0" destOrd="0" presId="urn:microsoft.com/office/officeart/2005/8/layout/vList3#1"/>
    <dgm:cxn modelId="{5DA78F27-6835-4D66-9177-713B9E358C0A}" type="presOf" srcId="{F0E47454-EE5F-442F-A42A-6EA1467110B6}" destId="{3418D53D-3162-408D-8E60-7BA6BC22CC9E}" srcOrd="0" destOrd="0" presId="urn:microsoft.com/office/officeart/2005/8/layout/vList3#1"/>
    <dgm:cxn modelId="{293B5F1C-D0CB-43F2-8F22-1753D5F68708}" type="presOf" srcId="{325FE6BB-CA90-4787-8742-3E870DDED725}" destId="{3FDF4AA2-1A8B-49C6-A1C3-C7700764DA7B}" srcOrd="0" destOrd="0" presId="urn:microsoft.com/office/officeart/2005/8/layout/vList3#1"/>
    <dgm:cxn modelId="{2A75D69B-2584-4BBC-ACB2-2FC42181965D}" type="presOf" srcId="{FEF5AB8B-238F-4144-92CE-45E7C5F66A9E}" destId="{FB3FC997-6AFB-48A4-9837-E08371129C35}" srcOrd="0" destOrd="0" presId="urn:microsoft.com/office/officeart/2005/8/layout/vList3#1"/>
    <dgm:cxn modelId="{827DEF16-29EC-4FA0-9059-0F4E72019F08}" srcId="{F0E47454-EE5F-442F-A42A-6EA1467110B6}" destId="{FEF5AB8B-238F-4144-92CE-45E7C5F66A9E}" srcOrd="3" destOrd="0" parTransId="{0FC889AD-CA78-4861-BC6A-C4F6C951FA5A}" sibTransId="{3B1CE8BA-51EC-4975-A155-E0C42412E7DE}"/>
    <dgm:cxn modelId="{53CEEE00-0A20-4567-950F-26D082E2C28D}" srcId="{F0E47454-EE5F-442F-A42A-6EA1467110B6}" destId="{325FE6BB-CA90-4787-8742-3E870DDED725}" srcOrd="1" destOrd="0" parTransId="{A36E9409-D722-404C-8014-EEF397533CF9}" sibTransId="{CAF05359-00A2-402A-8A6A-8620741672F9}"/>
    <dgm:cxn modelId="{91620D59-AEF8-4FAD-869B-358476E69691}" srcId="{F0E47454-EE5F-442F-A42A-6EA1467110B6}" destId="{D83A679C-D240-45C3-B99F-9765B2901E35}" srcOrd="2" destOrd="0" parTransId="{84B67DAE-BE10-457D-94BA-BF1B6319E0B5}" sibTransId="{29D55F84-F3CC-4BEA-B384-8100723D184A}"/>
    <dgm:cxn modelId="{3D12A15E-2C9B-4BB6-B32E-B3BB5DC8BEEB}" srcId="{F0E47454-EE5F-442F-A42A-6EA1467110B6}" destId="{3EED3002-AC31-47D3-BB9F-0837900FEE09}" srcOrd="0" destOrd="0" parTransId="{3D4268A1-C612-4D5F-97C4-28E85362FD6C}" sibTransId="{1BC91816-ABBD-4143-BD43-A280E05E38C2}"/>
    <dgm:cxn modelId="{DCF946AE-FDC6-4078-92B5-15ACF866DE06}" srcId="{F0E47454-EE5F-442F-A42A-6EA1467110B6}" destId="{2F12C789-D360-4E6D-96D0-D74F080AF699}" srcOrd="4" destOrd="0" parTransId="{09739A44-92BC-4C43-B06F-0D5E21E2FAF0}" sibTransId="{C82F0D6E-3BEE-410B-9AC9-13FE1A195F45}"/>
    <dgm:cxn modelId="{43E556D4-DB1B-42AE-9554-A82C645C2B08}" type="presParOf" srcId="{3418D53D-3162-408D-8E60-7BA6BC22CC9E}" destId="{96B5B554-9A27-45DA-85F6-FA8E776C87D3}" srcOrd="0" destOrd="0" presId="urn:microsoft.com/office/officeart/2005/8/layout/vList3#1"/>
    <dgm:cxn modelId="{003E0181-B53A-4BF1-B7C0-02A54E7B8B62}" type="presParOf" srcId="{96B5B554-9A27-45DA-85F6-FA8E776C87D3}" destId="{31FEB17F-235F-48D5-812C-55BE045B45B2}" srcOrd="0" destOrd="0" presId="urn:microsoft.com/office/officeart/2005/8/layout/vList3#1"/>
    <dgm:cxn modelId="{BB21EE32-5301-4B98-A0D1-1D5B5D05082A}" type="presParOf" srcId="{96B5B554-9A27-45DA-85F6-FA8E776C87D3}" destId="{4C317902-5EFE-402C-BD69-C76F698B21A7}" srcOrd="1" destOrd="0" presId="urn:microsoft.com/office/officeart/2005/8/layout/vList3#1"/>
    <dgm:cxn modelId="{AEF52F5F-F908-4163-891E-9E0D1D2F3B7F}" type="presParOf" srcId="{3418D53D-3162-408D-8E60-7BA6BC22CC9E}" destId="{2A1295C7-74EF-4EC5-86D6-A8F11E0F5735}" srcOrd="1" destOrd="0" presId="urn:microsoft.com/office/officeart/2005/8/layout/vList3#1"/>
    <dgm:cxn modelId="{7D9C629B-E25E-4790-8CF5-E835E625AA19}" type="presParOf" srcId="{3418D53D-3162-408D-8E60-7BA6BC22CC9E}" destId="{A71E5FEA-F8E7-4018-91C8-C31067C37004}" srcOrd="2" destOrd="0" presId="urn:microsoft.com/office/officeart/2005/8/layout/vList3#1"/>
    <dgm:cxn modelId="{E7A332CE-D555-4C16-AF73-B196AB012D26}" type="presParOf" srcId="{A71E5FEA-F8E7-4018-91C8-C31067C37004}" destId="{21FA496C-55E1-4644-AE15-9A9EF2A6B410}" srcOrd="0" destOrd="0" presId="urn:microsoft.com/office/officeart/2005/8/layout/vList3#1"/>
    <dgm:cxn modelId="{67E3E14C-ED14-43E2-81A1-89026B31D45E}" type="presParOf" srcId="{A71E5FEA-F8E7-4018-91C8-C31067C37004}" destId="{3FDF4AA2-1A8B-49C6-A1C3-C7700764DA7B}" srcOrd="1" destOrd="0" presId="urn:microsoft.com/office/officeart/2005/8/layout/vList3#1"/>
    <dgm:cxn modelId="{ED976FE9-954F-4FFA-B4F8-47AE487F5D9D}" type="presParOf" srcId="{3418D53D-3162-408D-8E60-7BA6BC22CC9E}" destId="{796957ED-DE5B-458D-90BE-2A5949603E25}" srcOrd="3" destOrd="0" presId="urn:microsoft.com/office/officeart/2005/8/layout/vList3#1"/>
    <dgm:cxn modelId="{54B018F4-7C34-4062-948D-4B44E72E168A}" type="presParOf" srcId="{3418D53D-3162-408D-8E60-7BA6BC22CC9E}" destId="{A8FB9B25-DFFF-4F5B-A191-84F60A679D45}" srcOrd="4" destOrd="0" presId="urn:microsoft.com/office/officeart/2005/8/layout/vList3#1"/>
    <dgm:cxn modelId="{2F426A67-94A3-4E7F-B2FE-17D01A4D391F}" type="presParOf" srcId="{A8FB9B25-DFFF-4F5B-A191-84F60A679D45}" destId="{393C9259-4464-4AC6-B696-7343AD548B13}" srcOrd="0" destOrd="0" presId="urn:microsoft.com/office/officeart/2005/8/layout/vList3#1"/>
    <dgm:cxn modelId="{B9CDD1AE-0238-41FE-948B-D230260E0B9C}" type="presParOf" srcId="{A8FB9B25-DFFF-4F5B-A191-84F60A679D45}" destId="{93115E27-228E-4B91-B95D-530143F8F43D}" srcOrd="1" destOrd="0" presId="urn:microsoft.com/office/officeart/2005/8/layout/vList3#1"/>
    <dgm:cxn modelId="{75EB8EEA-E53F-4D78-B4F2-692A8CA2E186}" type="presParOf" srcId="{3418D53D-3162-408D-8E60-7BA6BC22CC9E}" destId="{915AA6E4-8391-409D-B513-DC38BB2F51F2}" srcOrd="5" destOrd="0" presId="urn:microsoft.com/office/officeart/2005/8/layout/vList3#1"/>
    <dgm:cxn modelId="{36693540-245F-414A-8BC0-1EED20E2D83C}" type="presParOf" srcId="{3418D53D-3162-408D-8E60-7BA6BC22CC9E}" destId="{D599C4A4-8ABF-4D12-8BA0-E277211A313A}" srcOrd="6" destOrd="0" presId="urn:microsoft.com/office/officeart/2005/8/layout/vList3#1"/>
    <dgm:cxn modelId="{FC0CCAF8-DD5B-4E36-8727-0519C046F13A}" type="presParOf" srcId="{D599C4A4-8ABF-4D12-8BA0-E277211A313A}" destId="{3E5BEBD5-89A9-407D-BB4C-EED42C008B27}" srcOrd="0" destOrd="0" presId="urn:microsoft.com/office/officeart/2005/8/layout/vList3#1"/>
    <dgm:cxn modelId="{DAE31DC7-1D7B-4473-8838-4EA4ACC66287}" type="presParOf" srcId="{D599C4A4-8ABF-4D12-8BA0-E277211A313A}" destId="{FB3FC997-6AFB-48A4-9837-E08371129C35}" srcOrd="1" destOrd="0" presId="urn:microsoft.com/office/officeart/2005/8/layout/vList3#1"/>
    <dgm:cxn modelId="{F2D5D077-F062-4172-A804-BEAA39EE9495}" type="presParOf" srcId="{3418D53D-3162-408D-8E60-7BA6BC22CC9E}" destId="{EAA0B47D-876A-40BE-9207-A03A64908CB8}" srcOrd="7" destOrd="0" presId="urn:microsoft.com/office/officeart/2005/8/layout/vList3#1"/>
    <dgm:cxn modelId="{892F3D22-5E1D-4AB9-8CD5-B6370DBB1F19}" type="presParOf" srcId="{3418D53D-3162-408D-8E60-7BA6BC22CC9E}" destId="{09A62CB9-E46E-4BFA-A608-E0C7B91A14F0}" srcOrd="8" destOrd="0" presId="urn:microsoft.com/office/officeart/2005/8/layout/vList3#1"/>
    <dgm:cxn modelId="{77B82E63-EBB5-490A-A9B0-BB867DDED901}" type="presParOf" srcId="{09A62CB9-E46E-4BFA-A608-E0C7B91A14F0}" destId="{C4CFA0C1-50EE-4F0D-8C81-F037F313C725}" srcOrd="0" destOrd="0" presId="urn:microsoft.com/office/officeart/2005/8/layout/vList3#1"/>
    <dgm:cxn modelId="{D94369A9-D41E-4E9F-ADD3-5834B99256B4}" type="presParOf" srcId="{09A62CB9-E46E-4BFA-A608-E0C7B91A14F0}" destId="{A99B6B24-517D-4C9A-B2C5-4C9CC123C482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17902-5EFE-402C-BD69-C76F698B21A7}">
      <dsp:nvSpPr>
        <dsp:cNvPr id="0" name=""/>
        <dsp:cNvSpPr/>
      </dsp:nvSpPr>
      <dsp:spPr>
        <a:xfrm rot="10800000">
          <a:off x="1606013" y="371"/>
          <a:ext cx="5656609" cy="724915"/>
        </a:xfrm>
        <a:prstGeom prst="homePlat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Introduction</a:t>
          </a:r>
          <a:endParaRPr lang="fr-FR" sz="2200" kern="1200" dirty="0"/>
        </a:p>
      </dsp:txBody>
      <dsp:txXfrm rot="10800000">
        <a:off x="1787242" y="371"/>
        <a:ext cx="5475380" cy="724915"/>
      </dsp:txXfrm>
    </dsp:sp>
    <dsp:sp modelId="{31FEB17F-235F-48D5-812C-55BE045B45B2}">
      <dsp:nvSpPr>
        <dsp:cNvPr id="0" name=""/>
        <dsp:cNvSpPr/>
      </dsp:nvSpPr>
      <dsp:spPr>
        <a:xfrm>
          <a:off x="1243556" y="371"/>
          <a:ext cx="724915" cy="72491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F4AA2-1A8B-49C6-A1C3-C7700764DA7B}">
      <dsp:nvSpPr>
        <dsp:cNvPr id="0" name=""/>
        <dsp:cNvSpPr/>
      </dsp:nvSpPr>
      <dsp:spPr>
        <a:xfrm rot="10800000">
          <a:off x="1606013" y="941679"/>
          <a:ext cx="5656609" cy="724915"/>
        </a:xfrm>
        <a:prstGeom prst="homePlat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Round-trip Use-cases and Scenarios</a:t>
          </a:r>
          <a:endParaRPr lang="fr-FR" sz="2200" kern="1200" dirty="0"/>
        </a:p>
      </dsp:txBody>
      <dsp:txXfrm rot="10800000">
        <a:off x="1787242" y="941679"/>
        <a:ext cx="5475380" cy="724915"/>
      </dsp:txXfrm>
    </dsp:sp>
    <dsp:sp modelId="{21FA496C-55E1-4644-AE15-9A9EF2A6B410}">
      <dsp:nvSpPr>
        <dsp:cNvPr id="0" name=""/>
        <dsp:cNvSpPr/>
      </dsp:nvSpPr>
      <dsp:spPr>
        <a:xfrm>
          <a:off x="1243556" y="941679"/>
          <a:ext cx="724915" cy="724915"/>
        </a:xfrm>
        <a:prstGeom prst="ellipse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15E27-228E-4B91-B95D-530143F8F43D}">
      <dsp:nvSpPr>
        <dsp:cNvPr id="0" name=""/>
        <dsp:cNvSpPr/>
      </dsp:nvSpPr>
      <dsp:spPr>
        <a:xfrm rot="10800000">
          <a:off x="1606013" y="1882986"/>
          <a:ext cx="5656609" cy="724915"/>
        </a:xfrm>
        <a:prstGeom prst="homePlat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200" b="1" kern="1200" dirty="0" err="1" smtClean="0"/>
            <a:t>Implementation</a:t>
          </a:r>
          <a:r>
            <a:rPr lang="fr-FR" sz="2200" b="1" kern="1200" dirty="0" smtClean="0"/>
            <a:t> Technologies</a:t>
          </a:r>
          <a:endParaRPr lang="fr-FR" sz="2200" b="1" kern="1200" dirty="0"/>
        </a:p>
      </dsp:txBody>
      <dsp:txXfrm rot="10800000">
        <a:off x="1787242" y="1882986"/>
        <a:ext cx="5475380" cy="724915"/>
      </dsp:txXfrm>
    </dsp:sp>
    <dsp:sp modelId="{393C9259-4464-4AC6-B696-7343AD548B13}">
      <dsp:nvSpPr>
        <dsp:cNvPr id="0" name=""/>
        <dsp:cNvSpPr/>
      </dsp:nvSpPr>
      <dsp:spPr>
        <a:xfrm>
          <a:off x="1243556" y="1882986"/>
          <a:ext cx="724915" cy="72491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FC997-6AFB-48A4-9837-E08371129C35}">
      <dsp:nvSpPr>
        <dsp:cNvPr id="0" name=""/>
        <dsp:cNvSpPr/>
      </dsp:nvSpPr>
      <dsp:spPr>
        <a:xfrm rot="10800000">
          <a:off x="1606013" y="2824294"/>
          <a:ext cx="5656609" cy="724915"/>
        </a:xfrm>
        <a:prstGeom prst="homePlat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Demo Video</a:t>
          </a:r>
          <a:endParaRPr lang="fr-FR" sz="2200" kern="1200" dirty="0"/>
        </a:p>
      </dsp:txBody>
      <dsp:txXfrm rot="10800000">
        <a:off x="1787242" y="2824294"/>
        <a:ext cx="5475380" cy="724915"/>
      </dsp:txXfrm>
    </dsp:sp>
    <dsp:sp modelId="{3E5BEBD5-89A9-407D-BB4C-EED42C008B27}">
      <dsp:nvSpPr>
        <dsp:cNvPr id="0" name=""/>
        <dsp:cNvSpPr/>
      </dsp:nvSpPr>
      <dsp:spPr>
        <a:xfrm>
          <a:off x="1243556" y="2824294"/>
          <a:ext cx="724915" cy="724915"/>
        </a:xfrm>
        <a:prstGeom prst="ellipse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B6B24-517D-4C9A-B2C5-4C9CC123C482}">
      <dsp:nvSpPr>
        <dsp:cNvPr id="0" name=""/>
        <dsp:cNvSpPr/>
      </dsp:nvSpPr>
      <dsp:spPr>
        <a:xfrm rot="10800000">
          <a:off x="1606013" y="3765602"/>
          <a:ext cx="5656609" cy="724915"/>
        </a:xfrm>
        <a:prstGeom prst="homePlat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Conclusion and Future Work</a:t>
          </a:r>
          <a:endParaRPr lang="fr-FR" sz="2200" b="1" kern="1200" dirty="0"/>
        </a:p>
      </dsp:txBody>
      <dsp:txXfrm rot="10800000">
        <a:off x="1787242" y="3765602"/>
        <a:ext cx="5475380" cy="724915"/>
      </dsp:txXfrm>
    </dsp:sp>
    <dsp:sp modelId="{C4CFA0C1-50EE-4F0D-8C81-F037F313C725}">
      <dsp:nvSpPr>
        <dsp:cNvPr id="0" name=""/>
        <dsp:cNvSpPr/>
      </dsp:nvSpPr>
      <dsp:spPr>
        <a:xfrm>
          <a:off x="1243556" y="3765602"/>
          <a:ext cx="724915" cy="724915"/>
        </a:xfrm>
        <a:prstGeom prst="ellipse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17902-5EFE-402C-BD69-C76F698B21A7}">
      <dsp:nvSpPr>
        <dsp:cNvPr id="0" name=""/>
        <dsp:cNvSpPr/>
      </dsp:nvSpPr>
      <dsp:spPr>
        <a:xfrm rot="10800000">
          <a:off x="1606013" y="371"/>
          <a:ext cx="5656609" cy="724915"/>
        </a:xfrm>
        <a:prstGeom prst="homePlat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Introduction</a:t>
          </a:r>
          <a:endParaRPr lang="fr-FR" sz="2200" kern="1200" dirty="0"/>
        </a:p>
      </dsp:txBody>
      <dsp:txXfrm rot="10800000">
        <a:off x="1787242" y="371"/>
        <a:ext cx="5475380" cy="724915"/>
      </dsp:txXfrm>
    </dsp:sp>
    <dsp:sp modelId="{31FEB17F-235F-48D5-812C-55BE045B45B2}">
      <dsp:nvSpPr>
        <dsp:cNvPr id="0" name=""/>
        <dsp:cNvSpPr/>
      </dsp:nvSpPr>
      <dsp:spPr>
        <a:xfrm>
          <a:off x="1243556" y="371"/>
          <a:ext cx="724915" cy="72491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F4AA2-1A8B-49C6-A1C3-C7700764DA7B}">
      <dsp:nvSpPr>
        <dsp:cNvPr id="0" name=""/>
        <dsp:cNvSpPr/>
      </dsp:nvSpPr>
      <dsp:spPr>
        <a:xfrm rot="10800000">
          <a:off x="1606013" y="941679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Round-trip Use-cases and Scenarios</a:t>
          </a:r>
          <a:endParaRPr lang="fr-FR" sz="2200" kern="1200" dirty="0"/>
        </a:p>
      </dsp:txBody>
      <dsp:txXfrm rot="10800000">
        <a:off x="1787242" y="941679"/>
        <a:ext cx="5475380" cy="724915"/>
      </dsp:txXfrm>
    </dsp:sp>
    <dsp:sp modelId="{21FA496C-55E1-4644-AE15-9A9EF2A6B410}">
      <dsp:nvSpPr>
        <dsp:cNvPr id="0" name=""/>
        <dsp:cNvSpPr/>
      </dsp:nvSpPr>
      <dsp:spPr>
        <a:xfrm>
          <a:off x="1243556" y="941679"/>
          <a:ext cx="724915" cy="724915"/>
        </a:xfrm>
        <a:prstGeom prst="ellipse">
          <a:avLst/>
        </a:prstGeom>
        <a:blipFill dpi="0" rotWithShape="1">
          <a:blip xmlns:r="http://schemas.openxmlformats.org/officeDocument/2006/relationships"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15E27-228E-4B91-B95D-530143F8F43D}">
      <dsp:nvSpPr>
        <dsp:cNvPr id="0" name=""/>
        <dsp:cNvSpPr/>
      </dsp:nvSpPr>
      <dsp:spPr>
        <a:xfrm rot="10800000">
          <a:off x="1606013" y="1882986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200" b="1" kern="1200" dirty="0" err="1" smtClean="0"/>
            <a:t>Implementation</a:t>
          </a:r>
          <a:r>
            <a:rPr lang="fr-FR" sz="2200" b="1" kern="1200" dirty="0" smtClean="0"/>
            <a:t> Technologies</a:t>
          </a:r>
          <a:endParaRPr lang="fr-FR" sz="2200" b="1" kern="1200" dirty="0"/>
        </a:p>
      </dsp:txBody>
      <dsp:txXfrm rot="10800000">
        <a:off x="1787242" y="1882986"/>
        <a:ext cx="5475380" cy="724915"/>
      </dsp:txXfrm>
    </dsp:sp>
    <dsp:sp modelId="{393C9259-4464-4AC6-B696-7343AD548B13}">
      <dsp:nvSpPr>
        <dsp:cNvPr id="0" name=""/>
        <dsp:cNvSpPr/>
      </dsp:nvSpPr>
      <dsp:spPr>
        <a:xfrm>
          <a:off x="1243556" y="1882986"/>
          <a:ext cx="724915" cy="724915"/>
        </a:xfrm>
        <a:prstGeom prst="ellipse">
          <a:avLst/>
        </a:prstGeom>
        <a:blipFill>
          <a:blip xmlns:r="http://schemas.openxmlformats.org/officeDocument/2006/relationships"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FC997-6AFB-48A4-9837-E08371129C35}">
      <dsp:nvSpPr>
        <dsp:cNvPr id="0" name=""/>
        <dsp:cNvSpPr/>
      </dsp:nvSpPr>
      <dsp:spPr>
        <a:xfrm rot="10800000">
          <a:off x="1606013" y="2824294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Demo Video</a:t>
          </a:r>
          <a:endParaRPr lang="fr-FR" sz="2200" kern="1200" dirty="0"/>
        </a:p>
      </dsp:txBody>
      <dsp:txXfrm rot="10800000">
        <a:off x="1787242" y="2824294"/>
        <a:ext cx="5475380" cy="724915"/>
      </dsp:txXfrm>
    </dsp:sp>
    <dsp:sp modelId="{3E5BEBD5-89A9-407D-BB4C-EED42C008B27}">
      <dsp:nvSpPr>
        <dsp:cNvPr id="0" name=""/>
        <dsp:cNvSpPr/>
      </dsp:nvSpPr>
      <dsp:spPr>
        <a:xfrm>
          <a:off x="1243556" y="2824294"/>
          <a:ext cx="724915" cy="724915"/>
        </a:xfrm>
        <a:prstGeom prst="ellipse">
          <a:avLst/>
        </a:prstGeom>
        <a:blipFill dpi="0" rotWithShape="1">
          <a:blip xmlns:r="http://schemas.openxmlformats.org/officeDocument/2006/relationships"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B6B24-517D-4C9A-B2C5-4C9CC123C482}">
      <dsp:nvSpPr>
        <dsp:cNvPr id="0" name=""/>
        <dsp:cNvSpPr/>
      </dsp:nvSpPr>
      <dsp:spPr>
        <a:xfrm rot="10800000">
          <a:off x="1606013" y="3765602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Conclusion and Future Work</a:t>
          </a:r>
          <a:endParaRPr lang="fr-FR" sz="2200" b="1" kern="1200" dirty="0"/>
        </a:p>
      </dsp:txBody>
      <dsp:txXfrm rot="10800000">
        <a:off x="1787242" y="3765602"/>
        <a:ext cx="5475380" cy="724915"/>
      </dsp:txXfrm>
    </dsp:sp>
    <dsp:sp modelId="{C4CFA0C1-50EE-4F0D-8C81-F037F313C725}">
      <dsp:nvSpPr>
        <dsp:cNvPr id="0" name=""/>
        <dsp:cNvSpPr/>
      </dsp:nvSpPr>
      <dsp:spPr>
        <a:xfrm>
          <a:off x="1243556" y="3765602"/>
          <a:ext cx="724915" cy="724915"/>
        </a:xfrm>
        <a:prstGeom prst="ellipse">
          <a:avLst/>
        </a:prstGeom>
        <a:blipFill>
          <a:blip xmlns:r="http://schemas.openxmlformats.org/officeDocument/2006/relationships"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17902-5EFE-402C-BD69-C76F698B21A7}">
      <dsp:nvSpPr>
        <dsp:cNvPr id="0" name=""/>
        <dsp:cNvSpPr/>
      </dsp:nvSpPr>
      <dsp:spPr>
        <a:xfrm rot="10800000">
          <a:off x="1606013" y="371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Introduction</a:t>
          </a:r>
          <a:endParaRPr lang="fr-FR" sz="2200" kern="1200" dirty="0"/>
        </a:p>
      </dsp:txBody>
      <dsp:txXfrm rot="10800000">
        <a:off x="1787242" y="371"/>
        <a:ext cx="5475380" cy="724915"/>
      </dsp:txXfrm>
    </dsp:sp>
    <dsp:sp modelId="{31FEB17F-235F-48D5-812C-55BE045B45B2}">
      <dsp:nvSpPr>
        <dsp:cNvPr id="0" name=""/>
        <dsp:cNvSpPr/>
      </dsp:nvSpPr>
      <dsp:spPr>
        <a:xfrm>
          <a:off x="1243556" y="371"/>
          <a:ext cx="724915" cy="724915"/>
        </a:xfrm>
        <a:prstGeom prst="ellipse">
          <a:avLst/>
        </a:prstGeom>
        <a:blipFill>
          <a:blip xmlns:r="http://schemas.openxmlformats.org/officeDocument/2006/relationships" r:embed="rId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F4AA2-1A8B-49C6-A1C3-C7700764DA7B}">
      <dsp:nvSpPr>
        <dsp:cNvPr id="0" name=""/>
        <dsp:cNvSpPr/>
      </dsp:nvSpPr>
      <dsp:spPr>
        <a:xfrm rot="10800000">
          <a:off x="1606013" y="941679"/>
          <a:ext cx="5656609" cy="724915"/>
        </a:xfrm>
        <a:prstGeom prst="homePlat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Round-trip Use-cases and Scenarios</a:t>
          </a:r>
          <a:endParaRPr lang="fr-FR" sz="2200" kern="1200" dirty="0"/>
        </a:p>
      </dsp:txBody>
      <dsp:txXfrm rot="10800000">
        <a:off x="1787242" y="941679"/>
        <a:ext cx="5475380" cy="724915"/>
      </dsp:txXfrm>
    </dsp:sp>
    <dsp:sp modelId="{21FA496C-55E1-4644-AE15-9A9EF2A6B410}">
      <dsp:nvSpPr>
        <dsp:cNvPr id="0" name=""/>
        <dsp:cNvSpPr/>
      </dsp:nvSpPr>
      <dsp:spPr>
        <a:xfrm>
          <a:off x="1243556" y="941679"/>
          <a:ext cx="724915" cy="724915"/>
        </a:xfrm>
        <a:prstGeom prst="ellipse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218" t="-4534" r="-12951" b="-21635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15E27-228E-4B91-B95D-530143F8F43D}">
      <dsp:nvSpPr>
        <dsp:cNvPr id="0" name=""/>
        <dsp:cNvSpPr/>
      </dsp:nvSpPr>
      <dsp:spPr>
        <a:xfrm rot="10800000">
          <a:off x="1606013" y="1882986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200" b="1" kern="1200" dirty="0" err="1" smtClean="0"/>
            <a:t>Implementation</a:t>
          </a:r>
          <a:r>
            <a:rPr lang="fr-FR" sz="2200" b="1" kern="1200" dirty="0" smtClean="0"/>
            <a:t> Technologies</a:t>
          </a:r>
          <a:endParaRPr lang="fr-FR" sz="2200" b="1" kern="1200" dirty="0"/>
        </a:p>
      </dsp:txBody>
      <dsp:txXfrm rot="10800000">
        <a:off x="1787242" y="1882986"/>
        <a:ext cx="5475380" cy="724915"/>
      </dsp:txXfrm>
    </dsp:sp>
    <dsp:sp modelId="{393C9259-4464-4AC6-B696-7343AD548B13}">
      <dsp:nvSpPr>
        <dsp:cNvPr id="0" name=""/>
        <dsp:cNvSpPr/>
      </dsp:nvSpPr>
      <dsp:spPr>
        <a:xfrm>
          <a:off x="1243556" y="1882986"/>
          <a:ext cx="724915" cy="724915"/>
        </a:xfrm>
        <a:prstGeom prst="ellipse">
          <a:avLst/>
        </a:prstGeom>
        <a:blipFill>
          <a:blip xmlns:r="http://schemas.openxmlformats.org/officeDocument/2006/relationships"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FC997-6AFB-48A4-9837-E08371129C35}">
      <dsp:nvSpPr>
        <dsp:cNvPr id="0" name=""/>
        <dsp:cNvSpPr/>
      </dsp:nvSpPr>
      <dsp:spPr>
        <a:xfrm rot="10800000">
          <a:off x="1606013" y="2824294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Demo Video</a:t>
          </a:r>
          <a:endParaRPr lang="fr-FR" sz="2200" kern="1200" dirty="0"/>
        </a:p>
      </dsp:txBody>
      <dsp:txXfrm rot="10800000">
        <a:off x="1787242" y="2824294"/>
        <a:ext cx="5475380" cy="724915"/>
      </dsp:txXfrm>
    </dsp:sp>
    <dsp:sp modelId="{3E5BEBD5-89A9-407D-BB4C-EED42C008B27}">
      <dsp:nvSpPr>
        <dsp:cNvPr id="0" name=""/>
        <dsp:cNvSpPr/>
      </dsp:nvSpPr>
      <dsp:spPr>
        <a:xfrm>
          <a:off x="1243556" y="2824294"/>
          <a:ext cx="724915" cy="724915"/>
        </a:xfrm>
        <a:prstGeom prst="ellipse">
          <a:avLst/>
        </a:prstGeom>
        <a:blipFill dpi="0" rotWithShape="1">
          <a:blip xmlns:r="http://schemas.openxmlformats.org/officeDocument/2006/relationships"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722" t="-18431" r="-30222" b="-20867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B6B24-517D-4C9A-B2C5-4C9CC123C482}">
      <dsp:nvSpPr>
        <dsp:cNvPr id="0" name=""/>
        <dsp:cNvSpPr/>
      </dsp:nvSpPr>
      <dsp:spPr>
        <a:xfrm rot="10800000">
          <a:off x="1606013" y="3765602"/>
          <a:ext cx="5656609" cy="724915"/>
        </a:xfrm>
        <a:prstGeom prst="homePlate">
          <a:avLst/>
        </a:prstGeom>
        <a:solidFill>
          <a:schemeClr val="bg1">
            <a:lumMod val="95000"/>
          </a:schemeClr>
        </a:solidFill>
        <a:ln w="9525" cap="flat" cmpd="sng" algn="ctr">
          <a:solidFill>
            <a:schemeClr val="bg1">
              <a:lumMod val="9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319667" tIns="83820" rIns="156464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/>
            <a:t>Conclusion and Future Work</a:t>
          </a:r>
          <a:endParaRPr lang="fr-FR" sz="2200" b="1" kern="1200" dirty="0"/>
        </a:p>
      </dsp:txBody>
      <dsp:txXfrm rot="10800000">
        <a:off x="1787242" y="3765602"/>
        <a:ext cx="5475380" cy="724915"/>
      </dsp:txXfrm>
    </dsp:sp>
    <dsp:sp modelId="{C4CFA0C1-50EE-4F0D-8C81-F037F313C725}">
      <dsp:nvSpPr>
        <dsp:cNvPr id="0" name=""/>
        <dsp:cNvSpPr/>
      </dsp:nvSpPr>
      <dsp:spPr>
        <a:xfrm>
          <a:off x="1243556" y="3765602"/>
          <a:ext cx="724915" cy="724915"/>
        </a:xfrm>
        <a:prstGeom prst="ellipse">
          <a:avLst/>
        </a:prstGeom>
        <a:blipFill>
          <a:blip xmlns:r="http://schemas.openxmlformats.org/officeDocument/2006/relationships"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31/03/2016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31/03/2016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914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712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182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213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906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046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4373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762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6221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39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5797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63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63420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916238" y="6319838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653832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3059113" y="4221163"/>
            <a:ext cx="5905500" cy="1584325"/>
          </a:xfrm>
          <a:prstGeom prst="rect">
            <a:avLst/>
          </a:prstGeom>
        </p:spPr>
        <p:txBody>
          <a:bodyPr anchor="ctr" anchorCtr="0"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6316663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622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9" y="4051822"/>
            <a:ext cx="630019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2843213" cy="6884988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2843213" y="6742113"/>
            <a:ext cx="6300787" cy="1428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20763"/>
            <a:ext cx="239395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5113338"/>
            <a:ext cx="1128713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077" y="6319838"/>
            <a:ext cx="7921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2874963" y="6284913"/>
            <a:ext cx="741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3059833" y="1556792"/>
            <a:ext cx="5904655" cy="2016224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0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2843808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4941319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7047301" y="4051822"/>
            <a:ext cx="2098800" cy="2124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3059113" y="3573463"/>
            <a:ext cx="5905500" cy="287337"/>
          </a:xfrm>
          <a:prstGeom prst="rect">
            <a:avLst/>
          </a:prstGeom>
        </p:spPr>
        <p:txBody>
          <a:bodyPr/>
          <a:lstStyle>
            <a:lvl1pPr algn="l">
              <a:defRPr sz="1400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3672000" y="1949598"/>
            <a:ext cx="5364496" cy="471976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0"/>
              </a:lnSpc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3672000" y="260649"/>
            <a:ext cx="5292488" cy="1584176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981075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5148000" y="2016000"/>
            <a:ext cx="3492000" cy="369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148000" y="2016000"/>
            <a:ext cx="3492000" cy="1980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5148000" y="3999600"/>
            <a:ext cx="1746000" cy="1695600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6894000" y="3999600"/>
            <a:ext cx="1746000" cy="1695600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1" y="1628800"/>
            <a:ext cx="4464298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1" y="981075"/>
            <a:ext cx="4464298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576000" y="1458000"/>
            <a:ext cx="8064000" cy="1908000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750" y="4077072"/>
            <a:ext cx="8208963" cy="223224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539750" y="3429000"/>
            <a:ext cx="8208963" cy="6477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2000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846138"/>
            <a:ext cx="8459787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899592" y="5157788"/>
            <a:ext cx="3240360" cy="863600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5834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3309938" y="0"/>
            <a:ext cx="5834062" cy="580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38800" y="5799600"/>
            <a:ext cx="1897200" cy="9432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39505" y="5799600"/>
            <a:ext cx="3552775" cy="943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539552" y="1628800"/>
            <a:ext cx="8208963" cy="468052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itchFamily="34" charset="0"/>
              <a:buChar char="•"/>
              <a:defRPr sz="2000">
                <a:solidFill>
                  <a:schemeClr val="accent5"/>
                </a:solidFill>
              </a:defRPr>
            </a:lvl1pPr>
            <a:lvl2pPr marL="801688" indent="-360363">
              <a:buClrTx/>
              <a:buFont typeface="Wingdings" pitchFamily="2" charset="2"/>
              <a:buChar char="§"/>
              <a:defRPr sz="1800"/>
            </a:lvl2pPr>
            <a:lvl3pPr marL="1171575" indent="-285750">
              <a:buSzPct val="60000"/>
              <a:buFont typeface="Arial" pitchFamily="34" charset="0"/>
              <a:buChar char="•"/>
              <a:defRPr sz="1600"/>
            </a:lvl3pPr>
            <a:lvl4pPr marL="838200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539552" y="980728"/>
            <a:ext cx="8229600" cy="64800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2000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  <a:prstGeom prst="rect">
            <a:avLst/>
          </a:prstGeom>
        </p:spPr>
        <p:txBody>
          <a:bodyPr anchor="ctr"/>
          <a:lstStyle>
            <a:lvl1pPr algn="l">
              <a:defRPr sz="2000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765175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8" y="223838"/>
            <a:ext cx="91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Image 1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88913"/>
            <a:ext cx="142240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Rectangle 26"/>
          <p:cNvSpPr/>
          <p:nvPr/>
        </p:nvSpPr>
        <p:spPr>
          <a:xfrm>
            <a:off x="0" y="6807200"/>
            <a:ext cx="9144000" cy="53975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sp>
        <p:nvSpPr>
          <p:cNvPr id="6" name="ZoneTexte 5"/>
          <p:cNvSpPr txBox="1"/>
          <p:nvPr userDrawn="1"/>
        </p:nvSpPr>
        <p:spPr>
          <a:xfrm>
            <a:off x="8388424" y="727294"/>
            <a:ext cx="755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0AFE106-B932-4D59-A3BB-F68DB35E68B1}" type="slidenum">
              <a:rPr lang="fr-FR" sz="1200" smtClean="0">
                <a:solidFill>
                  <a:srgbClr val="5F5F5F"/>
                </a:solidFill>
              </a:rPr>
              <a:pPr algn="r"/>
              <a:t>‹N°›</a:t>
            </a:fld>
            <a:r>
              <a:rPr lang="fr-FR" sz="1200" dirty="0" smtClean="0">
                <a:solidFill>
                  <a:srgbClr val="5F5F5F"/>
                </a:solidFill>
              </a:rPr>
              <a:t>/18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360363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2000" kern="1200">
          <a:solidFill>
            <a:srgbClr val="5F5F5F"/>
          </a:solidFill>
          <a:latin typeface="+mn-lt"/>
          <a:ea typeface="+mn-ea"/>
          <a:cs typeface="+mn-cs"/>
        </a:defRPr>
      </a:lvl2pPr>
      <a:lvl3pPr marL="647700" indent="-285750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50" indent="-238125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5"/>
        </a:buBlip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75" indent="-114300" algn="l" rtl="0" eaLnBrk="0" fontAlgn="base" hangingPunct="0">
        <a:lnSpc>
          <a:spcPts val="2000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6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3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59113" y="620688"/>
            <a:ext cx="5905500" cy="1800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Papyrus Round-trip Engineering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15" name="Espace réservé pour une image  2"/>
          <p:cNvSpPr>
            <a:spLocks noGrp="1"/>
          </p:cNvSpPr>
          <p:nvPr>
            <p:ph type="pic" sz="quarter" idx="14"/>
          </p:nvPr>
        </p:nvSpPr>
        <p:spPr bwMode="auto">
          <a:xfrm>
            <a:off x="28432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6" name="Espace réservé pour une image  3"/>
          <p:cNvSpPr>
            <a:spLocks noGrp="1"/>
          </p:cNvSpPr>
          <p:nvPr>
            <p:ph type="pic" sz="quarter" idx="23"/>
          </p:nvPr>
        </p:nvSpPr>
        <p:spPr bwMode="auto">
          <a:xfrm>
            <a:off x="4941888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7" name="Espace réservé pour une image  4"/>
          <p:cNvSpPr>
            <a:spLocks noGrp="1"/>
          </p:cNvSpPr>
          <p:nvPr>
            <p:ph type="pic" sz="quarter" idx="24"/>
          </p:nvPr>
        </p:nvSpPr>
        <p:spPr bwMode="auto">
          <a:xfrm>
            <a:off x="7046913" y="4051300"/>
            <a:ext cx="2098675" cy="2124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pic>
        <p:nvPicPr>
          <p:cNvPr id="13320" name="Espace réservé pour une image  6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3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Espace réservé pour une image  7"/>
          <p:cNvPicPr>
            <a:picLocks noGrp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4057650"/>
            <a:ext cx="2098675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Espace réservé pour une image  8"/>
          <p:cNvPicPr>
            <a:picLocks noGrp="1"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4057650"/>
            <a:ext cx="2100263" cy="2124075"/>
          </a:xfrm>
          <a:prstGeom prst="rect">
            <a:avLst/>
          </a:pr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:\Users\sg166342\Pictures\Papyrus\logo\PapyrusLog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532440" y="6309320"/>
            <a:ext cx="504056" cy="31052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</p:pic>
      <p:sp>
        <p:nvSpPr>
          <p:cNvPr id="11" name="Espace réservé du pied de page 5"/>
          <p:cNvSpPr>
            <a:spLocks noGrp="1"/>
          </p:cNvSpPr>
          <p:nvPr>
            <p:ph type="ftr" sz="quarter" idx="25"/>
          </p:nvPr>
        </p:nvSpPr>
        <p:spPr>
          <a:xfrm>
            <a:off x="2849564" y="2708920"/>
            <a:ext cx="6302374" cy="1152128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 smtClean="0">
                <a:solidFill>
                  <a:srgbClr val="5F5F5F"/>
                </a:solidFill>
              </a:rPr>
              <a:t>Van Cam Pham, Shuai Li, Ansgar </a:t>
            </a:r>
            <a:r>
              <a:rPr lang="en-US" sz="1600" dirty="0" err="1" smtClean="0">
                <a:solidFill>
                  <a:srgbClr val="5F5F5F"/>
                </a:solidFill>
              </a:rPr>
              <a:t>Radermacher</a:t>
            </a:r>
            <a:r>
              <a:rPr lang="en-US" sz="1600" dirty="0" smtClean="0">
                <a:solidFill>
                  <a:srgbClr val="5F5F5F"/>
                </a:solidFill>
              </a:rPr>
              <a:t>, </a:t>
            </a:r>
            <a:r>
              <a:rPr lang="en-US" sz="1600" dirty="0" err="1" smtClean="0">
                <a:solidFill>
                  <a:srgbClr val="5F5F5F"/>
                </a:solidFill>
              </a:rPr>
              <a:t>Cédric</a:t>
            </a:r>
            <a:r>
              <a:rPr lang="en-US" sz="1600" dirty="0" smtClean="0">
                <a:solidFill>
                  <a:srgbClr val="5F5F5F"/>
                </a:solidFill>
              </a:rPr>
              <a:t> Dumoulin, Chokri </a:t>
            </a:r>
            <a:r>
              <a:rPr lang="en-US" sz="1600" dirty="0" err="1" smtClean="0">
                <a:solidFill>
                  <a:srgbClr val="5F5F5F"/>
                </a:solidFill>
              </a:rPr>
              <a:t>Mraidha</a:t>
            </a:r>
            <a:r>
              <a:rPr lang="en-US" sz="1600" dirty="0" smtClean="0">
                <a:solidFill>
                  <a:srgbClr val="5F5F5F"/>
                </a:solidFill>
              </a:rPr>
              <a:t>, </a:t>
            </a:r>
            <a:r>
              <a:rPr lang="en-US" sz="1600" dirty="0" err="1" smtClean="0">
                <a:solidFill>
                  <a:srgbClr val="5F5F5F"/>
                </a:solidFill>
              </a:rPr>
              <a:t>Rémi</a:t>
            </a:r>
            <a:r>
              <a:rPr lang="en-US" sz="1600" dirty="0" smtClean="0">
                <a:solidFill>
                  <a:srgbClr val="5F5F5F"/>
                </a:solidFill>
              </a:rPr>
              <a:t> </a:t>
            </a:r>
            <a:r>
              <a:rPr lang="en-US" sz="1600" dirty="0" err="1" smtClean="0">
                <a:solidFill>
                  <a:srgbClr val="5F5F5F"/>
                </a:solidFill>
              </a:rPr>
              <a:t>Schnekenburger</a:t>
            </a:r>
            <a:r>
              <a:rPr lang="en-US" sz="1600" dirty="0" smtClean="0">
                <a:solidFill>
                  <a:srgbClr val="5F5F5F"/>
                </a:solidFill>
              </a:rPr>
              <a:t>, François Le </a:t>
            </a:r>
            <a:r>
              <a:rPr lang="en-US" sz="1600" dirty="0" err="1" smtClean="0">
                <a:solidFill>
                  <a:srgbClr val="5F5F5F"/>
                </a:solidFill>
              </a:rPr>
              <a:t>Fèvre</a:t>
            </a:r>
            <a:r>
              <a:rPr lang="en-US" sz="1600" dirty="0" smtClean="0">
                <a:solidFill>
                  <a:srgbClr val="5F5F5F"/>
                </a:solidFill>
              </a:rPr>
              <a:t>, Sébastien Gérard</a:t>
            </a:r>
          </a:p>
          <a:p>
            <a:pPr lvl="0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600" dirty="0" smtClean="0">
                <a:solidFill>
                  <a:srgbClr val="5F5F5F"/>
                </a:solidFill>
              </a:rPr>
              <a:t>{</a:t>
            </a:r>
            <a:r>
              <a:rPr lang="en-US" sz="1600" dirty="0" err="1" smtClean="0">
                <a:solidFill>
                  <a:srgbClr val="5F5F5F"/>
                </a:solidFill>
              </a:rPr>
              <a:t>first_name</a:t>
            </a:r>
            <a:r>
              <a:rPr lang="en-US" sz="1600" dirty="0" smtClean="0">
                <a:solidFill>
                  <a:srgbClr val="5F5F5F"/>
                </a:solidFill>
              </a:rPr>
              <a:t>}.{</a:t>
            </a:r>
            <a:r>
              <a:rPr lang="en-US" sz="1600" dirty="0" err="1" smtClean="0">
                <a:solidFill>
                  <a:srgbClr val="5F5F5F"/>
                </a:solidFill>
              </a:rPr>
              <a:t>last_name</a:t>
            </a:r>
            <a:r>
              <a:rPr lang="en-US" sz="1600" dirty="0" smtClean="0">
                <a:solidFill>
                  <a:srgbClr val="5F5F5F"/>
                </a:solidFill>
              </a:rPr>
              <a:t>}@cea.fr</a:t>
            </a:r>
            <a:endParaRPr lang="en-US" sz="1600" dirty="0">
              <a:solidFill>
                <a:srgbClr val="5F5F5F"/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083171"/>
              </p:ext>
            </p:extLst>
          </p:nvPr>
        </p:nvGraphicFramePr>
        <p:xfrm>
          <a:off x="376038" y="1386383"/>
          <a:ext cx="8506180" cy="449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Content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988146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955767"/>
              </p:ext>
            </p:extLst>
          </p:nvPr>
        </p:nvGraphicFramePr>
        <p:xfrm>
          <a:off x="376038" y="1386383"/>
          <a:ext cx="8506180" cy="449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Content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02749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4606577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What is round-trip engineering?</a:t>
            </a:r>
            <a:endParaRPr lang="en-US" dirty="0"/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 smtClean="0">
              <a:solidFill>
                <a:srgbClr val="323265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>
              <a:solidFill>
                <a:srgbClr val="323265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 smtClean="0">
              <a:solidFill>
                <a:srgbClr val="323265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>
              <a:solidFill>
                <a:srgbClr val="323265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1800" dirty="0">
              <a:solidFill>
                <a:srgbClr val="323265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Related to traditional software engineering disciplines: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23265"/>
                </a:solidFill>
              </a:rPr>
              <a:t>Forward engineering: creating software from specifications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rgbClr val="323265"/>
                </a:solidFill>
              </a:rPr>
              <a:t>Reverse engineering: creating specifications from existing software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Round-trip engineering adds synchronization of existing artifacts that evolved </a:t>
            </a:r>
            <a:r>
              <a:rPr lang="en-US" sz="1800" dirty="0" smtClean="0">
                <a:solidFill>
                  <a:schemeClr val="tx2"/>
                </a:solidFill>
              </a:rPr>
              <a:t>concurrently</a:t>
            </a:r>
            <a:r>
              <a:rPr lang="en-US" sz="1800" dirty="0" smtClean="0">
                <a:solidFill>
                  <a:schemeClr val="accent1"/>
                </a:solidFill>
              </a:rPr>
              <a:t> </a:t>
            </a:r>
            <a:r>
              <a:rPr lang="en-US" sz="1800" dirty="0" smtClean="0">
                <a:solidFill>
                  <a:srgbClr val="323265"/>
                </a:solidFill>
              </a:rPr>
              <a:t>by </a:t>
            </a:r>
            <a:r>
              <a:rPr lang="en-US" sz="1800" dirty="0" smtClean="0">
                <a:solidFill>
                  <a:schemeClr val="tx2"/>
                </a:solidFill>
              </a:rPr>
              <a:t>incrementally</a:t>
            </a:r>
            <a:r>
              <a:rPr lang="en-US" sz="1800" dirty="0" smtClean="0">
                <a:solidFill>
                  <a:srgbClr val="323265"/>
                </a:solidFill>
              </a:rPr>
              <a:t> updating each artifact to reflect </a:t>
            </a:r>
            <a:r>
              <a:rPr lang="en-US" sz="1800" dirty="0" smtClean="0">
                <a:solidFill>
                  <a:schemeClr val="tx2"/>
                </a:solidFill>
              </a:rPr>
              <a:t>changes</a:t>
            </a:r>
            <a:r>
              <a:rPr lang="en-US" sz="1800" dirty="0" smtClean="0">
                <a:solidFill>
                  <a:srgbClr val="323265"/>
                </a:solidFill>
              </a:rPr>
              <a:t> made to the other artifact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Round-trip generalizes both forward and reverse engineering</a:t>
            </a:r>
            <a:endParaRPr lang="en-US" sz="1600" dirty="0" smtClean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</a:t>
            </a:r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827584" y="1562730"/>
            <a:ext cx="7488832" cy="1368152"/>
          </a:xfrm>
          <a:prstGeom prst="wedgeRoundRectCallout">
            <a:avLst>
              <a:gd name="adj1" fmla="val -56373"/>
              <a:gd name="adj2" fmla="val 46924"/>
              <a:gd name="adj3" fmla="val 16667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smtClean="0">
                <a:solidFill>
                  <a:srgbClr val="323265"/>
                </a:solidFill>
              </a:rPr>
              <a:t>“The ability to automatically maintain the consistency of multiple, changing software artifacts, in software development environments/tools, is commonly referred to as round-trip engineering”</a:t>
            </a:r>
            <a:endParaRPr lang="en-US" b="1" dirty="0">
              <a:solidFill>
                <a:srgbClr val="323265"/>
              </a:solidFill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6948264" y="2614209"/>
            <a:ext cx="1227900" cy="276999"/>
            <a:chOff x="7358897" y="3379664"/>
            <a:chExt cx="1227900" cy="276999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8897" y="3379664"/>
              <a:ext cx="276999" cy="276999"/>
            </a:xfrm>
            <a:prstGeom prst="rect">
              <a:avLst/>
            </a:prstGeom>
          </p:spPr>
        </p:pic>
        <p:sp>
          <p:nvSpPr>
            <p:cNvPr id="7" name="ZoneTexte 6"/>
            <p:cNvSpPr txBox="1"/>
            <p:nvPr/>
          </p:nvSpPr>
          <p:spPr>
            <a:xfrm>
              <a:off x="7635896" y="3379664"/>
              <a:ext cx="9509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 smtClean="0">
                  <a:solidFill>
                    <a:srgbClr val="002060"/>
                  </a:solidFill>
                </a:rPr>
                <a:t>[Sendall04]</a:t>
              </a:r>
              <a:endParaRPr lang="fr-FR" sz="1200" dirty="0">
                <a:solidFill>
                  <a:srgbClr val="002060"/>
                </a:solidFill>
              </a:endParaRPr>
            </a:p>
          </p:txBody>
        </p:sp>
      </p:grpSp>
      <p:sp>
        <p:nvSpPr>
          <p:cNvPr id="9" name="ZoneTexte 8"/>
          <p:cNvSpPr txBox="1"/>
          <p:nvPr/>
        </p:nvSpPr>
        <p:spPr>
          <a:xfrm>
            <a:off x="0" y="638132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smtClean="0">
                <a:solidFill>
                  <a:srgbClr val="002060"/>
                </a:solidFill>
              </a:rPr>
              <a:t>[Sendall04] S. </a:t>
            </a:r>
            <a:r>
              <a:rPr lang="en-US" sz="1200" dirty="0" err="1" smtClean="0">
                <a:solidFill>
                  <a:srgbClr val="002060"/>
                </a:solidFill>
              </a:rPr>
              <a:t>Sendall</a:t>
            </a:r>
            <a:r>
              <a:rPr lang="en-US" sz="1200" dirty="0" smtClean="0">
                <a:solidFill>
                  <a:srgbClr val="002060"/>
                </a:solidFill>
              </a:rPr>
              <a:t> and J. </a:t>
            </a:r>
            <a:r>
              <a:rPr lang="en-US" sz="1200" dirty="0" err="1" smtClean="0">
                <a:solidFill>
                  <a:srgbClr val="002060"/>
                </a:solidFill>
              </a:rPr>
              <a:t>Küster</a:t>
            </a:r>
            <a:r>
              <a:rPr lang="en-US" sz="1200" dirty="0" smtClean="0">
                <a:solidFill>
                  <a:srgbClr val="002060"/>
                </a:solidFill>
              </a:rPr>
              <a:t>. Taming model round-trip engineering. In </a:t>
            </a:r>
            <a:r>
              <a:rPr lang="en-US" sz="1200" i="1" dirty="0" smtClean="0">
                <a:solidFill>
                  <a:srgbClr val="002060"/>
                </a:solidFill>
              </a:rPr>
              <a:t>Proceedings of Workshop on Best Practices for Model-Driven Software Development</a:t>
            </a:r>
            <a:r>
              <a:rPr lang="en-US" sz="1200" dirty="0" smtClean="0">
                <a:solidFill>
                  <a:srgbClr val="002060"/>
                </a:solidFill>
              </a:rPr>
              <a:t>, Vancouver, Canada, 2004.</a:t>
            </a:r>
            <a:endParaRPr lang="en-US" sz="1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965050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4174529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A real need for round-trip engineering</a:t>
            </a:r>
            <a:endParaRPr lang="en-US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Previously, UML-RT runtime code was manually reversed to a Papyrus UML model and code was generated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The task was “long” and “tedious”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In the mean time model and code evolved concurrently</a:t>
            </a:r>
            <a:endParaRPr lang="en-US" dirty="0" smtClean="0">
              <a:solidFill>
                <a:srgbClr val="E60019"/>
              </a:solidFill>
            </a:endParaRP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lang="en-US" dirty="0" smtClean="0">
              <a:solidFill>
                <a:srgbClr val="E60019"/>
              </a:solidFill>
            </a:endParaRP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lang="en-US" dirty="0">
              <a:solidFill>
                <a:srgbClr val="E60019"/>
              </a:solidFill>
            </a:endParaRP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>
                <a:solidFill>
                  <a:srgbClr val="E60019"/>
                </a:solidFill>
              </a:rPr>
              <a:t>Papyrus offer for round-trip engineering</a:t>
            </a:r>
            <a:endParaRPr lang="en-US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UML modeler and C++ code generator are released…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800" dirty="0" smtClean="0">
                <a:solidFill>
                  <a:srgbClr val="323265"/>
                </a:solidFill>
              </a:rPr>
              <a:t>…but reverse and incremental update tool are still in development</a:t>
            </a:r>
            <a:endParaRPr lang="en-US" sz="1600" dirty="0" smtClean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</a:t>
            </a:r>
            <a:endParaRPr lang="fr-FR" dirty="0"/>
          </a:p>
        </p:txBody>
      </p:sp>
      <p:grpSp>
        <p:nvGrpSpPr>
          <p:cNvPr id="6" name="Groupe 5"/>
          <p:cNvGrpSpPr/>
          <p:nvPr/>
        </p:nvGrpSpPr>
        <p:grpSpPr>
          <a:xfrm>
            <a:off x="2128010" y="2852937"/>
            <a:ext cx="4887981" cy="720079"/>
            <a:chOff x="1624187" y="1307783"/>
            <a:chExt cx="6843181" cy="1008112"/>
          </a:xfrm>
        </p:grpSpPr>
        <p:sp>
          <p:nvSpPr>
            <p:cNvPr id="7" name="Rectangle à coins arrondis 6"/>
            <p:cNvSpPr/>
            <p:nvPr/>
          </p:nvSpPr>
          <p:spPr>
            <a:xfrm>
              <a:off x="2699792" y="1307783"/>
              <a:ext cx="5767576" cy="1008112"/>
            </a:xfrm>
            <a:prstGeom prst="round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solidFill>
                    <a:schemeClr val="tx1"/>
                  </a:solidFill>
                </a:rPr>
                <a:t>A real </a:t>
              </a:r>
              <a:r>
                <a:rPr lang="fr-FR" dirty="0" err="1" smtClean="0">
                  <a:solidFill>
                    <a:schemeClr val="tx1"/>
                  </a:solidFill>
                </a:rPr>
                <a:t>problem</a:t>
              </a:r>
              <a:r>
                <a:rPr lang="fr-FR" dirty="0" smtClean="0">
                  <a:solidFill>
                    <a:schemeClr val="tx1"/>
                  </a:solidFill>
                </a:rPr>
                <a:t> of </a:t>
              </a:r>
              <a:r>
                <a:rPr lang="fr-FR" dirty="0" err="1" smtClean="0">
                  <a:solidFill>
                    <a:schemeClr val="tx1"/>
                  </a:solidFill>
                </a:rPr>
                <a:t>synchronization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à coins arrondis 7"/>
            <p:cNvSpPr/>
            <p:nvPr/>
          </p:nvSpPr>
          <p:spPr>
            <a:xfrm>
              <a:off x="1624187" y="1307783"/>
              <a:ext cx="914400" cy="825073"/>
            </a:xfrm>
            <a:prstGeom prst="wedgeRoundRectCallout">
              <a:avLst>
                <a:gd name="adj1" fmla="val 49328"/>
                <a:gd name="adj2" fmla="val 69722"/>
                <a:gd name="adj3" fmla="val 16667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>
                  <a:solidFill>
                    <a:schemeClr val="tx1"/>
                  </a:solidFill>
                  <a:latin typeface="Ravie" panose="04040805050809020602" pitchFamily="82" charset="0"/>
                </a:rPr>
                <a:t>!</a:t>
              </a:r>
              <a:endParaRPr lang="fr-FR" sz="4400" dirty="0">
                <a:solidFill>
                  <a:schemeClr val="tx1"/>
                </a:solidFill>
                <a:latin typeface="Ravie" panose="04040805050809020602" pitchFamily="82" charset="0"/>
              </a:endParaRPr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2128010" y="5301208"/>
            <a:ext cx="4887981" cy="720079"/>
            <a:chOff x="1624187" y="1307783"/>
            <a:chExt cx="6843181" cy="1008112"/>
          </a:xfrm>
        </p:grpSpPr>
        <p:sp>
          <p:nvSpPr>
            <p:cNvPr id="13" name="Rectangle à coins arrondis 12"/>
            <p:cNvSpPr/>
            <p:nvPr/>
          </p:nvSpPr>
          <p:spPr>
            <a:xfrm>
              <a:off x="2699792" y="1307783"/>
              <a:ext cx="5767576" cy="1008112"/>
            </a:xfrm>
            <a:prstGeom prst="roundRect">
              <a:avLst/>
            </a:prstGeom>
            <a:gradFill>
              <a:gsLst>
                <a:gs pos="0">
                  <a:srgbClr val="C9F651"/>
                </a:gs>
                <a:gs pos="100000">
                  <a:srgbClr val="EDFCC5"/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solidFill>
                    <a:schemeClr val="tx1"/>
                  </a:solidFill>
                </a:rPr>
                <a:t>Propose a IDE for C++ round-trip engineering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à coins arrondis 13"/>
            <p:cNvSpPr/>
            <p:nvPr/>
          </p:nvSpPr>
          <p:spPr>
            <a:xfrm>
              <a:off x="1624187" y="1307783"/>
              <a:ext cx="914400" cy="825073"/>
            </a:xfrm>
            <a:prstGeom prst="wedgeRoundRectCallout">
              <a:avLst>
                <a:gd name="adj1" fmla="val 49328"/>
                <a:gd name="adj2" fmla="val 69722"/>
                <a:gd name="adj3" fmla="val 16667"/>
              </a:avLst>
            </a:prstGeom>
            <a:gradFill>
              <a:gsLst>
                <a:gs pos="0">
                  <a:srgbClr val="C9F651"/>
                </a:gs>
                <a:gs pos="100000">
                  <a:srgbClr val="EDFCC5"/>
                </a:gs>
              </a:gsLst>
              <a:lin ang="5400000" scaled="0"/>
            </a:gra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 smtClean="0">
                  <a:solidFill>
                    <a:schemeClr val="tx1"/>
                  </a:solidFill>
                  <a:latin typeface="Ravie" panose="04040805050809020602" pitchFamily="82" charset="0"/>
                  <a:sym typeface="Wingdings" panose="05000000000000000000" pitchFamily="2" charset="2"/>
                </a:rPr>
                <a:t></a:t>
              </a:r>
              <a:endParaRPr lang="fr-FR" sz="3600" b="1" dirty="0">
                <a:solidFill>
                  <a:schemeClr val="tx1"/>
                </a:solidFill>
                <a:latin typeface="Ravie" panose="04040805050809020602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398165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877626"/>
              </p:ext>
            </p:extLst>
          </p:nvPr>
        </p:nvGraphicFramePr>
        <p:xfrm>
          <a:off x="376038" y="1386383"/>
          <a:ext cx="8506180" cy="449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Content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81121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Round-Trip Use-Cases and Scenarios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23" y="805773"/>
            <a:ext cx="7189517" cy="5932036"/>
          </a:xfrm>
          <a:prstGeom prst="rect">
            <a:avLst/>
          </a:prstGeom>
        </p:spPr>
      </p:pic>
      <p:sp>
        <p:nvSpPr>
          <p:cNvPr id="15" name="Légende encadrée 1 14"/>
          <p:cNvSpPr/>
          <p:nvPr/>
        </p:nvSpPr>
        <p:spPr>
          <a:xfrm>
            <a:off x="143471" y="3933056"/>
            <a:ext cx="1764704" cy="576064"/>
          </a:xfrm>
          <a:prstGeom prst="borderCallout1">
            <a:avLst>
              <a:gd name="adj1" fmla="val 119"/>
              <a:gd name="adj2" fmla="val 79582"/>
              <a:gd name="adj3" fmla="val -38390"/>
              <a:gd name="adj4" fmla="val 85969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User of the Papyrus Round-trip IDE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Légende encadrée 1 15"/>
          <p:cNvSpPr/>
          <p:nvPr/>
        </p:nvSpPr>
        <p:spPr>
          <a:xfrm>
            <a:off x="17443" y="805773"/>
            <a:ext cx="2049491" cy="576064"/>
          </a:xfrm>
          <a:prstGeom prst="borderCallout1">
            <a:avLst>
              <a:gd name="adj1" fmla="val 99069"/>
              <a:gd name="adj2" fmla="val 66466"/>
              <a:gd name="adj3" fmla="val 120557"/>
              <a:gd name="adj4" fmla="val 70774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 developer who works mostly with models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Légende encadrée 1 16"/>
          <p:cNvSpPr/>
          <p:nvPr/>
        </p:nvSpPr>
        <p:spPr>
          <a:xfrm>
            <a:off x="143471" y="6161745"/>
            <a:ext cx="2016225" cy="576064"/>
          </a:xfrm>
          <a:prstGeom prst="borderCallout1">
            <a:avLst>
              <a:gd name="adj1" fmla="val -87"/>
              <a:gd name="adj2" fmla="val 79266"/>
              <a:gd name="adj3" fmla="val -71786"/>
              <a:gd name="adj4" fmla="val 81494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 developer who works mostly with code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Légende encadrée 1 17"/>
          <p:cNvSpPr/>
          <p:nvPr/>
        </p:nvSpPr>
        <p:spPr>
          <a:xfrm>
            <a:off x="6987007" y="3377663"/>
            <a:ext cx="1617441" cy="576064"/>
          </a:xfrm>
          <a:prstGeom prst="borderCallout1">
            <a:avLst>
              <a:gd name="adj1" fmla="val 56809"/>
              <a:gd name="adj2" fmla="val 411"/>
              <a:gd name="adj3" fmla="val 101342"/>
              <a:gd name="adj4" fmla="val -29209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New feature in Papyrus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Organigramme : Processus 8"/>
          <p:cNvSpPr/>
          <p:nvPr/>
        </p:nvSpPr>
        <p:spPr>
          <a:xfrm>
            <a:off x="2987824" y="3212976"/>
            <a:ext cx="3528392" cy="1224136"/>
          </a:xfrm>
          <a:prstGeom prst="flowChartProcess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Organigramme : Processus 18"/>
          <p:cNvSpPr/>
          <p:nvPr/>
        </p:nvSpPr>
        <p:spPr>
          <a:xfrm>
            <a:off x="2987824" y="2132856"/>
            <a:ext cx="3528392" cy="1080120"/>
          </a:xfrm>
          <a:prstGeom prst="flowChartProcess">
            <a:avLst/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Légende encadrée 1 19"/>
          <p:cNvSpPr/>
          <p:nvPr/>
        </p:nvSpPr>
        <p:spPr>
          <a:xfrm>
            <a:off x="6995011" y="2167025"/>
            <a:ext cx="1617441" cy="576064"/>
          </a:xfrm>
          <a:prstGeom prst="borderCallout1">
            <a:avLst>
              <a:gd name="adj1" fmla="val 56809"/>
              <a:gd name="adj2" fmla="val 411"/>
              <a:gd name="adj3" fmla="val 98581"/>
              <a:gd name="adj4" fmla="val -29701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Existing feature in Papyrus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6413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9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Round-Trip Use-Cases and Scenarios</a:t>
            </a:r>
            <a:endParaRPr lang="fr-FR" dirty="0"/>
          </a:p>
        </p:txBody>
      </p:sp>
      <p:sp>
        <p:nvSpPr>
          <p:cNvPr id="4" name="Organigramme : Document 3"/>
          <p:cNvSpPr/>
          <p:nvPr/>
        </p:nvSpPr>
        <p:spPr>
          <a:xfrm>
            <a:off x="7528191" y="1175747"/>
            <a:ext cx="1118315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Legacy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rganigramme : Document 5"/>
          <p:cNvSpPr/>
          <p:nvPr/>
        </p:nvSpPr>
        <p:spPr>
          <a:xfrm>
            <a:off x="295141" y="2510092"/>
            <a:ext cx="91440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rganigramme : Document 7"/>
          <p:cNvSpPr/>
          <p:nvPr/>
        </p:nvSpPr>
        <p:spPr>
          <a:xfrm>
            <a:off x="7325839" y="2528384"/>
            <a:ext cx="1523020" cy="576064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Generated 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Connecteur droit avec flèche 13"/>
          <p:cNvCxnSpPr>
            <a:stCxn id="4" idx="1"/>
          </p:cNvCxnSpPr>
          <p:nvPr/>
        </p:nvCxnSpPr>
        <p:spPr>
          <a:xfrm flipH="1">
            <a:off x="1209541" y="1482071"/>
            <a:ext cx="6318650" cy="1218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>
            <a:stCxn id="6" idx="3"/>
            <a:endCxn id="8" idx="1"/>
          </p:cNvCxnSpPr>
          <p:nvPr/>
        </p:nvCxnSpPr>
        <p:spPr>
          <a:xfrm>
            <a:off x="1209541" y="2816416"/>
            <a:ext cx="61162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e 54"/>
          <p:cNvGrpSpPr/>
          <p:nvPr/>
        </p:nvGrpSpPr>
        <p:grpSpPr>
          <a:xfrm>
            <a:off x="2627784" y="1553798"/>
            <a:ext cx="3179570" cy="307777"/>
            <a:chOff x="3079330" y="1201252"/>
            <a:chExt cx="3179570" cy="307777"/>
          </a:xfrm>
        </p:grpSpPr>
        <p:sp>
          <p:nvSpPr>
            <p:cNvPr id="53" name="Ellipse 52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3333099" y="1201252"/>
              <a:ext cx="29258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to new model + validation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6" name="Groupe 55"/>
          <p:cNvGrpSpPr/>
          <p:nvPr/>
        </p:nvGrpSpPr>
        <p:grpSpPr>
          <a:xfrm>
            <a:off x="3691543" y="2458248"/>
            <a:ext cx="1760913" cy="307777"/>
            <a:chOff x="3079330" y="1201252"/>
            <a:chExt cx="1760913" cy="307777"/>
          </a:xfrm>
        </p:grpSpPr>
        <p:sp>
          <p:nvSpPr>
            <p:cNvPr id="57" name="Ellipse 56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3333099" y="1201252"/>
              <a:ext cx="15071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48" name="Connecteur droit avec flèche 47"/>
          <p:cNvCxnSpPr>
            <a:stCxn id="68" idx="1"/>
            <a:endCxn id="6" idx="2"/>
          </p:cNvCxnSpPr>
          <p:nvPr/>
        </p:nvCxnSpPr>
        <p:spPr>
          <a:xfrm flipH="1" flipV="1">
            <a:off x="752341" y="3082237"/>
            <a:ext cx="6573498" cy="21619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e 70"/>
          <p:cNvGrpSpPr/>
          <p:nvPr/>
        </p:nvGrpSpPr>
        <p:grpSpPr>
          <a:xfrm>
            <a:off x="4211960" y="3887696"/>
            <a:ext cx="2039835" cy="307777"/>
            <a:chOff x="3079330" y="1201252"/>
            <a:chExt cx="2039835" cy="307777"/>
          </a:xfrm>
        </p:grpSpPr>
        <p:sp>
          <p:nvSpPr>
            <p:cNvPr id="72" name="Ellipse 71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4</a:t>
              </a:r>
              <a:endParaRPr lang="en-US" sz="1400" dirty="0"/>
            </a:p>
          </p:txBody>
        </p:sp>
        <p:sp>
          <p:nvSpPr>
            <p:cNvPr id="73" name="ZoneTexte 72"/>
            <p:cNvSpPr txBox="1"/>
            <p:nvPr/>
          </p:nvSpPr>
          <p:spPr>
            <a:xfrm>
              <a:off x="3333099" y="1201252"/>
              <a:ext cx="17860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(Overwrite)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68" name="Organigramme : Document 67"/>
          <p:cNvSpPr/>
          <p:nvPr/>
        </p:nvSpPr>
        <p:spPr>
          <a:xfrm>
            <a:off x="7325839" y="4937876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code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69" name="Connecteur droit avec flèche 68"/>
          <p:cNvCxnSpPr>
            <a:stCxn id="8" idx="2"/>
            <a:endCxn id="68" idx="0"/>
          </p:cNvCxnSpPr>
          <p:nvPr/>
        </p:nvCxnSpPr>
        <p:spPr>
          <a:xfrm>
            <a:off x="8087349" y="3066364"/>
            <a:ext cx="0" cy="1871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e 69"/>
          <p:cNvGrpSpPr/>
          <p:nvPr/>
        </p:nvGrpSpPr>
        <p:grpSpPr>
          <a:xfrm rot="5400000">
            <a:off x="7624902" y="3919826"/>
            <a:ext cx="1393825" cy="307777"/>
            <a:chOff x="3079330" y="1201252"/>
            <a:chExt cx="1393825" cy="307777"/>
          </a:xfrm>
        </p:grpSpPr>
        <p:sp>
          <p:nvSpPr>
            <p:cNvPr id="75" name="Ellipse 7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76" name="ZoneTexte 75"/>
            <p:cNvSpPr txBox="1"/>
            <p:nvPr/>
          </p:nvSpPr>
          <p:spPr>
            <a:xfrm>
              <a:off x="3333099" y="1201252"/>
              <a:ext cx="1140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Modification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42" name="Connecteur droit 41"/>
          <p:cNvCxnSpPr/>
          <p:nvPr/>
        </p:nvCxnSpPr>
        <p:spPr>
          <a:xfrm>
            <a:off x="0" y="2132856"/>
            <a:ext cx="9144000" cy="0"/>
          </a:xfrm>
          <a:prstGeom prst="line">
            <a:avLst/>
          </a:prstGeom>
          <a:ln w="222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295141" y="1076394"/>
            <a:ext cx="1890261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Initialization step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1" name="ZoneTexte 80"/>
          <p:cNvSpPr txBox="1"/>
          <p:nvPr/>
        </p:nvSpPr>
        <p:spPr>
          <a:xfrm>
            <a:off x="295141" y="5949280"/>
            <a:ext cx="3570208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 1: only code is modified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6" name="Légende encadrée 1 25"/>
          <p:cNvSpPr/>
          <p:nvPr/>
        </p:nvSpPr>
        <p:spPr>
          <a:xfrm>
            <a:off x="212236" y="4215653"/>
            <a:ext cx="3639683" cy="1109949"/>
          </a:xfrm>
          <a:prstGeom prst="borderCallout1">
            <a:avLst>
              <a:gd name="adj1" fmla="val -416"/>
              <a:gd name="adj2" fmla="val 80968"/>
              <a:gd name="adj3" fmla="val -208660"/>
              <a:gd name="adj4" fmla="val 71923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 smtClean="0">
                <a:solidFill>
                  <a:schemeClr val="tx1"/>
                </a:solidFill>
              </a:rPr>
              <a:t>(Manual) Validation is needed because we use some patterns to transform pure C code (not C++) to an object-oriented model (e.g. file scope functions, extern variables)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4303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Round-Trip Use-Cases and Scenarios</a:t>
            </a:r>
            <a:endParaRPr lang="fr-FR" dirty="0"/>
          </a:p>
        </p:txBody>
      </p:sp>
      <p:sp>
        <p:nvSpPr>
          <p:cNvPr id="4" name="Organigramme : Document 3"/>
          <p:cNvSpPr/>
          <p:nvPr/>
        </p:nvSpPr>
        <p:spPr>
          <a:xfrm>
            <a:off x="7528191" y="1175747"/>
            <a:ext cx="1118315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Legacy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rganigramme : Document 5"/>
          <p:cNvSpPr/>
          <p:nvPr/>
        </p:nvSpPr>
        <p:spPr>
          <a:xfrm>
            <a:off x="295141" y="2510092"/>
            <a:ext cx="91440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rganigramme : Document 7"/>
          <p:cNvSpPr/>
          <p:nvPr/>
        </p:nvSpPr>
        <p:spPr>
          <a:xfrm>
            <a:off x="7325839" y="2528384"/>
            <a:ext cx="1523020" cy="576064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Generated 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Connecteur droit avec flèche 13"/>
          <p:cNvCxnSpPr>
            <a:stCxn id="4" idx="1"/>
          </p:cNvCxnSpPr>
          <p:nvPr/>
        </p:nvCxnSpPr>
        <p:spPr>
          <a:xfrm flipH="1">
            <a:off x="1209541" y="1482071"/>
            <a:ext cx="6318650" cy="1218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>
            <a:stCxn id="6" idx="3"/>
            <a:endCxn id="8" idx="1"/>
          </p:cNvCxnSpPr>
          <p:nvPr/>
        </p:nvCxnSpPr>
        <p:spPr>
          <a:xfrm>
            <a:off x="1209541" y="2816416"/>
            <a:ext cx="61162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e 55"/>
          <p:cNvGrpSpPr/>
          <p:nvPr/>
        </p:nvGrpSpPr>
        <p:grpSpPr>
          <a:xfrm>
            <a:off x="3691543" y="2458248"/>
            <a:ext cx="1760913" cy="307777"/>
            <a:chOff x="3079330" y="1201252"/>
            <a:chExt cx="1760913" cy="307777"/>
          </a:xfrm>
        </p:grpSpPr>
        <p:sp>
          <p:nvSpPr>
            <p:cNvPr id="57" name="Ellipse 56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3333099" y="1201252"/>
              <a:ext cx="15071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48" name="Connecteur droit avec flèche 47"/>
          <p:cNvCxnSpPr>
            <a:stCxn id="26" idx="3"/>
            <a:endCxn id="8" idx="2"/>
          </p:cNvCxnSpPr>
          <p:nvPr/>
        </p:nvCxnSpPr>
        <p:spPr>
          <a:xfrm flipV="1">
            <a:off x="1306595" y="3066364"/>
            <a:ext cx="6780754" cy="1988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e 70"/>
          <p:cNvGrpSpPr/>
          <p:nvPr/>
        </p:nvGrpSpPr>
        <p:grpSpPr>
          <a:xfrm>
            <a:off x="3113132" y="3752767"/>
            <a:ext cx="1760913" cy="307777"/>
            <a:chOff x="3079330" y="1201252"/>
            <a:chExt cx="1760913" cy="307777"/>
          </a:xfrm>
        </p:grpSpPr>
        <p:sp>
          <p:nvSpPr>
            <p:cNvPr id="72" name="Ellipse 71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4</a:t>
              </a:r>
              <a:endParaRPr lang="en-US" sz="1400" dirty="0"/>
            </a:p>
          </p:txBody>
        </p:sp>
        <p:sp>
          <p:nvSpPr>
            <p:cNvPr id="73" name="ZoneTexte 72"/>
            <p:cNvSpPr txBox="1"/>
            <p:nvPr/>
          </p:nvSpPr>
          <p:spPr>
            <a:xfrm>
              <a:off x="3333099" y="1201252"/>
              <a:ext cx="15071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70" name="Groupe 69"/>
          <p:cNvGrpSpPr/>
          <p:nvPr/>
        </p:nvGrpSpPr>
        <p:grpSpPr>
          <a:xfrm rot="5400000">
            <a:off x="282295" y="3752164"/>
            <a:ext cx="1393825" cy="307777"/>
            <a:chOff x="3079330" y="1201252"/>
            <a:chExt cx="1393825" cy="307777"/>
          </a:xfrm>
        </p:grpSpPr>
        <p:sp>
          <p:nvSpPr>
            <p:cNvPr id="75" name="Ellipse 7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76" name="ZoneTexte 75"/>
            <p:cNvSpPr txBox="1"/>
            <p:nvPr/>
          </p:nvSpPr>
          <p:spPr>
            <a:xfrm>
              <a:off x="3333099" y="1201252"/>
              <a:ext cx="1140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Modification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42" name="Connecteur droit 41"/>
          <p:cNvCxnSpPr/>
          <p:nvPr/>
        </p:nvCxnSpPr>
        <p:spPr>
          <a:xfrm>
            <a:off x="0" y="2132856"/>
            <a:ext cx="9144000" cy="0"/>
          </a:xfrm>
          <a:prstGeom prst="line">
            <a:avLst/>
          </a:prstGeom>
          <a:ln w="222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295141" y="1076394"/>
            <a:ext cx="1890261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Initialization step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1" name="ZoneTexte 80"/>
          <p:cNvSpPr txBox="1"/>
          <p:nvPr/>
        </p:nvSpPr>
        <p:spPr>
          <a:xfrm>
            <a:off x="295141" y="5949280"/>
            <a:ext cx="3698448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 2: only model is modified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6" name="Organigramme : Document 25"/>
          <p:cNvSpPr/>
          <p:nvPr/>
        </p:nvSpPr>
        <p:spPr>
          <a:xfrm>
            <a:off x="198087" y="4748400"/>
            <a:ext cx="1108508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</a:t>
            </a:r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dirty="0" smtClean="0">
                <a:solidFill>
                  <a:schemeClr val="tx1"/>
                </a:solidFill>
              </a:rPr>
              <a:t>odel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27" name="Connecteur droit avec flèche 26"/>
          <p:cNvCxnSpPr>
            <a:stCxn id="6" idx="2"/>
            <a:endCxn id="26" idx="0"/>
          </p:cNvCxnSpPr>
          <p:nvPr/>
        </p:nvCxnSpPr>
        <p:spPr>
          <a:xfrm>
            <a:off x="752341" y="3082237"/>
            <a:ext cx="0" cy="16661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/>
          <p:cNvGrpSpPr/>
          <p:nvPr/>
        </p:nvGrpSpPr>
        <p:grpSpPr>
          <a:xfrm>
            <a:off x="2627784" y="1553798"/>
            <a:ext cx="3179570" cy="307777"/>
            <a:chOff x="3079330" y="1201252"/>
            <a:chExt cx="3179570" cy="307777"/>
          </a:xfrm>
        </p:grpSpPr>
        <p:sp>
          <p:nvSpPr>
            <p:cNvPr id="45" name="Ellipse 4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46" name="ZoneTexte 45"/>
            <p:cNvSpPr txBox="1"/>
            <p:nvPr/>
          </p:nvSpPr>
          <p:spPr>
            <a:xfrm>
              <a:off x="3333099" y="1201252"/>
              <a:ext cx="29258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to new model + validation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6405576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Round-Trip Use-Cases and Scenarios</a:t>
            </a:r>
            <a:endParaRPr lang="fr-FR" dirty="0"/>
          </a:p>
        </p:txBody>
      </p:sp>
      <p:sp>
        <p:nvSpPr>
          <p:cNvPr id="4" name="Organigramme : Document 3"/>
          <p:cNvSpPr/>
          <p:nvPr/>
        </p:nvSpPr>
        <p:spPr>
          <a:xfrm>
            <a:off x="7528191" y="1175747"/>
            <a:ext cx="1118315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Legacy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rganigramme : Document 5"/>
          <p:cNvSpPr/>
          <p:nvPr/>
        </p:nvSpPr>
        <p:spPr>
          <a:xfrm>
            <a:off x="295141" y="2510092"/>
            <a:ext cx="91440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rganigramme : Document 7"/>
          <p:cNvSpPr/>
          <p:nvPr/>
        </p:nvSpPr>
        <p:spPr>
          <a:xfrm>
            <a:off x="7325839" y="2528384"/>
            <a:ext cx="1523020" cy="576064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Generated 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Connecteur droit avec flèche 13"/>
          <p:cNvCxnSpPr>
            <a:stCxn id="4" idx="1"/>
          </p:cNvCxnSpPr>
          <p:nvPr/>
        </p:nvCxnSpPr>
        <p:spPr>
          <a:xfrm flipH="1">
            <a:off x="1209541" y="1482071"/>
            <a:ext cx="6318650" cy="12182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>
            <a:stCxn id="6" idx="3"/>
            <a:endCxn id="8" idx="1"/>
          </p:cNvCxnSpPr>
          <p:nvPr/>
        </p:nvCxnSpPr>
        <p:spPr>
          <a:xfrm>
            <a:off x="1209541" y="2816416"/>
            <a:ext cx="61162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e 55"/>
          <p:cNvGrpSpPr/>
          <p:nvPr/>
        </p:nvGrpSpPr>
        <p:grpSpPr>
          <a:xfrm>
            <a:off x="3691543" y="2458248"/>
            <a:ext cx="1760913" cy="307777"/>
            <a:chOff x="3079330" y="1201252"/>
            <a:chExt cx="1760913" cy="307777"/>
          </a:xfrm>
        </p:grpSpPr>
        <p:sp>
          <p:nvSpPr>
            <p:cNvPr id="57" name="Ellipse 56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3333099" y="1201252"/>
              <a:ext cx="15071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71" name="Groupe 70"/>
          <p:cNvGrpSpPr/>
          <p:nvPr/>
        </p:nvGrpSpPr>
        <p:grpSpPr>
          <a:xfrm>
            <a:off x="4099508" y="4696041"/>
            <a:ext cx="944984" cy="307777"/>
            <a:chOff x="3079330" y="1201252"/>
            <a:chExt cx="944984" cy="307777"/>
          </a:xfrm>
        </p:grpSpPr>
        <p:sp>
          <p:nvSpPr>
            <p:cNvPr id="72" name="Ellipse 71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4</a:t>
              </a:r>
              <a:endParaRPr lang="en-US" sz="1400" dirty="0"/>
            </a:p>
          </p:txBody>
        </p:sp>
        <p:sp>
          <p:nvSpPr>
            <p:cNvPr id="73" name="ZoneTexte 72"/>
            <p:cNvSpPr txBox="1"/>
            <p:nvPr/>
          </p:nvSpPr>
          <p:spPr>
            <a:xfrm>
              <a:off x="3333099" y="1201252"/>
              <a:ext cx="6912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Merge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70" name="Groupe 69"/>
          <p:cNvGrpSpPr/>
          <p:nvPr/>
        </p:nvGrpSpPr>
        <p:grpSpPr>
          <a:xfrm rot="5400000">
            <a:off x="282295" y="3752164"/>
            <a:ext cx="1393825" cy="307777"/>
            <a:chOff x="3079330" y="1201252"/>
            <a:chExt cx="1393825" cy="307777"/>
          </a:xfrm>
        </p:grpSpPr>
        <p:sp>
          <p:nvSpPr>
            <p:cNvPr id="75" name="Ellipse 7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76" name="ZoneTexte 75"/>
            <p:cNvSpPr txBox="1"/>
            <p:nvPr/>
          </p:nvSpPr>
          <p:spPr>
            <a:xfrm>
              <a:off x="3333099" y="1201252"/>
              <a:ext cx="1140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Modification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42" name="Connecteur droit 41"/>
          <p:cNvCxnSpPr/>
          <p:nvPr/>
        </p:nvCxnSpPr>
        <p:spPr>
          <a:xfrm>
            <a:off x="0" y="2132856"/>
            <a:ext cx="9144000" cy="0"/>
          </a:xfrm>
          <a:prstGeom prst="line">
            <a:avLst/>
          </a:prstGeom>
          <a:ln w="222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295141" y="1076394"/>
            <a:ext cx="1890261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Initialization step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1" name="ZoneTexte 80"/>
          <p:cNvSpPr txBox="1"/>
          <p:nvPr/>
        </p:nvSpPr>
        <p:spPr>
          <a:xfrm>
            <a:off x="295141" y="5949280"/>
            <a:ext cx="4903907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 3: model and code are both modified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7" name="Connecteur droit avec flèche 26"/>
          <p:cNvCxnSpPr>
            <a:stCxn id="6" idx="2"/>
            <a:endCxn id="33" idx="0"/>
          </p:cNvCxnSpPr>
          <p:nvPr/>
        </p:nvCxnSpPr>
        <p:spPr>
          <a:xfrm>
            <a:off x="752341" y="3082237"/>
            <a:ext cx="0" cy="16656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rganigramme : Document 27"/>
          <p:cNvSpPr/>
          <p:nvPr/>
        </p:nvSpPr>
        <p:spPr>
          <a:xfrm>
            <a:off x="7325839" y="4747886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9" name="Connecteur droit avec flèche 28"/>
          <p:cNvCxnSpPr>
            <a:stCxn id="8" idx="2"/>
            <a:endCxn id="28" idx="0"/>
          </p:cNvCxnSpPr>
          <p:nvPr/>
        </p:nvCxnSpPr>
        <p:spPr>
          <a:xfrm>
            <a:off x="8087349" y="3066364"/>
            <a:ext cx="0" cy="1681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e 29"/>
          <p:cNvGrpSpPr/>
          <p:nvPr/>
        </p:nvGrpSpPr>
        <p:grpSpPr>
          <a:xfrm rot="5400000">
            <a:off x="7624902" y="3752164"/>
            <a:ext cx="1393825" cy="307777"/>
            <a:chOff x="3079330" y="1201252"/>
            <a:chExt cx="1393825" cy="307777"/>
          </a:xfrm>
        </p:grpSpPr>
        <p:sp>
          <p:nvSpPr>
            <p:cNvPr id="31" name="Ellipse 30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</a:t>
              </a:r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3333099" y="1201252"/>
              <a:ext cx="1140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Modification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36" name="Connecteur droit avec flèche 35"/>
          <p:cNvCxnSpPr>
            <a:stCxn id="33" idx="3"/>
            <a:endCxn id="28" idx="1"/>
          </p:cNvCxnSpPr>
          <p:nvPr/>
        </p:nvCxnSpPr>
        <p:spPr>
          <a:xfrm>
            <a:off x="1306595" y="5054210"/>
            <a:ext cx="601924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égende encadrée 1 46"/>
          <p:cNvSpPr/>
          <p:nvPr/>
        </p:nvSpPr>
        <p:spPr>
          <a:xfrm>
            <a:off x="3013696" y="2866809"/>
            <a:ext cx="3286495" cy="1386662"/>
          </a:xfrm>
          <a:prstGeom prst="borderCallout1">
            <a:avLst>
              <a:gd name="adj1" fmla="val 100486"/>
              <a:gd name="adj2" fmla="val 46796"/>
              <a:gd name="adj3" fmla="val 132690"/>
              <a:gd name="adj4" fmla="val 46823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1"/>
                </a:solidFill>
              </a:rPr>
              <a:t>Several possible strategies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1"/>
                </a:solidFill>
              </a:rPr>
              <a:t>We propose one based on comparing manually modified code with “image of model”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1"/>
                </a:solidFill>
              </a:rPr>
              <a:t>Image of model = representation of model as code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Organigramme : Document 32"/>
          <p:cNvSpPr/>
          <p:nvPr/>
        </p:nvSpPr>
        <p:spPr>
          <a:xfrm>
            <a:off x="198087" y="4747886"/>
            <a:ext cx="1108508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model</a:t>
            </a:r>
            <a:endParaRPr lang="en-US" b="1" dirty="0">
              <a:solidFill>
                <a:schemeClr val="tx2"/>
              </a:solidFill>
            </a:endParaRPr>
          </a:p>
        </p:txBody>
      </p:sp>
      <p:grpSp>
        <p:nvGrpSpPr>
          <p:cNvPr id="41" name="Groupe 40"/>
          <p:cNvGrpSpPr/>
          <p:nvPr/>
        </p:nvGrpSpPr>
        <p:grpSpPr>
          <a:xfrm>
            <a:off x="2627784" y="1553798"/>
            <a:ext cx="3179570" cy="307777"/>
            <a:chOff x="3079330" y="1201252"/>
            <a:chExt cx="3179570" cy="307777"/>
          </a:xfrm>
        </p:grpSpPr>
        <p:sp>
          <p:nvSpPr>
            <p:cNvPr id="44" name="Ellipse 43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45" name="ZoneTexte 44"/>
            <p:cNvSpPr txBox="1"/>
            <p:nvPr/>
          </p:nvSpPr>
          <p:spPr>
            <a:xfrm>
              <a:off x="3333099" y="1201252"/>
              <a:ext cx="29258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to new model + validation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3138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Round-Trip Use-Cases and Scenarios</a:t>
            </a:r>
            <a:endParaRPr lang="fr-FR" dirty="0"/>
          </a:p>
        </p:txBody>
      </p:sp>
      <p:sp>
        <p:nvSpPr>
          <p:cNvPr id="40" name="ZoneTexte 39"/>
          <p:cNvSpPr txBox="1"/>
          <p:nvPr/>
        </p:nvSpPr>
        <p:spPr>
          <a:xfrm>
            <a:off x="295141" y="1129849"/>
            <a:ext cx="6750566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 3.1: merge by creating an image of the model as code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46" name="Connecteur droit 45"/>
          <p:cNvCxnSpPr/>
          <p:nvPr/>
        </p:nvCxnSpPr>
        <p:spPr>
          <a:xfrm>
            <a:off x="0" y="3789040"/>
            <a:ext cx="9144000" cy="0"/>
          </a:xfrm>
          <a:prstGeom prst="line">
            <a:avLst/>
          </a:prstGeom>
          <a:ln w="222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e 47"/>
          <p:cNvGrpSpPr/>
          <p:nvPr/>
        </p:nvGrpSpPr>
        <p:grpSpPr>
          <a:xfrm>
            <a:off x="1600802" y="1854473"/>
            <a:ext cx="1760913" cy="307777"/>
            <a:chOff x="3079330" y="1201252"/>
            <a:chExt cx="1760913" cy="307777"/>
          </a:xfrm>
        </p:grpSpPr>
        <p:sp>
          <p:nvSpPr>
            <p:cNvPr id="49" name="Ellipse 48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50" name="ZoneTexte 49"/>
            <p:cNvSpPr txBox="1"/>
            <p:nvPr/>
          </p:nvSpPr>
          <p:spPr>
            <a:xfrm>
              <a:off x="3333099" y="1201252"/>
              <a:ext cx="15071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52" name="Organigramme : Document 51"/>
          <p:cNvSpPr/>
          <p:nvPr/>
        </p:nvSpPr>
        <p:spPr>
          <a:xfrm>
            <a:off x="7325839" y="1902703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Modified code</a:t>
            </a:r>
          </a:p>
        </p:txBody>
      </p:sp>
      <p:cxnSp>
        <p:nvCxnSpPr>
          <p:cNvPr id="59" name="Connecteur droit avec flèche 58"/>
          <p:cNvCxnSpPr>
            <a:stCxn id="42" idx="3"/>
            <a:endCxn id="60" idx="1"/>
          </p:cNvCxnSpPr>
          <p:nvPr/>
        </p:nvCxnSpPr>
        <p:spPr>
          <a:xfrm>
            <a:off x="1403647" y="2209027"/>
            <a:ext cx="215522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rganigramme : Document 59"/>
          <p:cNvSpPr/>
          <p:nvPr/>
        </p:nvSpPr>
        <p:spPr>
          <a:xfrm>
            <a:off x="3558871" y="1902703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 of model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1" name="Connecteur droit avec flèche 60"/>
          <p:cNvCxnSpPr>
            <a:stCxn id="52" idx="1"/>
            <a:endCxn id="60" idx="3"/>
          </p:cNvCxnSpPr>
          <p:nvPr/>
        </p:nvCxnSpPr>
        <p:spPr>
          <a:xfrm flipH="1">
            <a:off x="5081891" y="2209027"/>
            <a:ext cx="2243948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ZoneTexte 61"/>
          <p:cNvSpPr txBox="1"/>
          <p:nvPr/>
        </p:nvSpPr>
        <p:spPr>
          <a:xfrm>
            <a:off x="295141" y="4149080"/>
            <a:ext cx="6827510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 3.2: merge by creating an image of the code as model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63" name="Groupe 62"/>
          <p:cNvGrpSpPr/>
          <p:nvPr/>
        </p:nvGrpSpPr>
        <p:grpSpPr>
          <a:xfrm>
            <a:off x="5397948" y="1825649"/>
            <a:ext cx="1611833" cy="307777"/>
            <a:chOff x="3079330" y="1201252"/>
            <a:chExt cx="1611833" cy="307777"/>
          </a:xfrm>
        </p:grpSpPr>
        <p:sp>
          <p:nvSpPr>
            <p:cNvPr id="64" name="Ellipse 63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65" name="ZoneTexte 64"/>
            <p:cNvSpPr txBox="1"/>
            <p:nvPr/>
          </p:nvSpPr>
          <p:spPr>
            <a:xfrm>
              <a:off x="3333099" y="1201252"/>
              <a:ext cx="13580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compare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66" name="Connecteur droit avec flèche 65"/>
          <p:cNvCxnSpPr/>
          <p:nvPr/>
        </p:nvCxnSpPr>
        <p:spPr>
          <a:xfrm>
            <a:off x="1403647" y="2334751"/>
            <a:ext cx="2157059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e 66"/>
          <p:cNvGrpSpPr/>
          <p:nvPr/>
        </p:nvGrpSpPr>
        <p:grpSpPr>
          <a:xfrm>
            <a:off x="1591184" y="2389267"/>
            <a:ext cx="1780149" cy="307777"/>
            <a:chOff x="3079330" y="1201252"/>
            <a:chExt cx="1780149" cy="307777"/>
          </a:xfrm>
        </p:grpSpPr>
        <p:sp>
          <p:nvSpPr>
            <p:cNvPr id="68" name="Ellipse 67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3</a:t>
              </a:r>
              <a:endParaRPr lang="en-US" sz="1400" dirty="0"/>
            </a:p>
          </p:txBody>
        </p:sp>
        <p:sp>
          <p:nvSpPr>
            <p:cNvPr id="69" name="ZoneTexte 68"/>
            <p:cNvSpPr txBox="1"/>
            <p:nvPr/>
          </p:nvSpPr>
          <p:spPr>
            <a:xfrm>
              <a:off x="3333099" y="1201252"/>
              <a:ext cx="15263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(merge)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42" name="Organigramme : Document 41"/>
          <p:cNvSpPr/>
          <p:nvPr/>
        </p:nvSpPr>
        <p:spPr>
          <a:xfrm>
            <a:off x="295140" y="1902703"/>
            <a:ext cx="1108507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model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4" name="Groupe 33"/>
          <p:cNvGrpSpPr/>
          <p:nvPr/>
        </p:nvGrpSpPr>
        <p:grpSpPr>
          <a:xfrm>
            <a:off x="1645686" y="4941168"/>
            <a:ext cx="1671145" cy="307777"/>
            <a:chOff x="3079330" y="1201252"/>
            <a:chExt cx="1671145" cy="307777"/>
          </a:xfrm>
        </p:grpSpPr>
        <p:sp>
          <p:nvSpPr>
            <p:cNvPr id="35" name="Ellipse 3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3333099" y="1201252"/>
              <a:ext cx="14173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Model compare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39" name="Organigramme : Document 38"/>
          <p:cNvSpPr/>
          <p:nvPr/>
        </p:nvSpPr>
        <p:spPr>
          <a:xfrm>
            <a:off x="7325839" y="4989398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Modified code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>
            <a:off x="1403647" y="5295722"/>
            <a:ext cx="215522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rganigramme : Document 50"/>
          <p:cNvSpPr/>
          <p:nvPr/>
        </p:nvSpPr>
        <p:spPr>
          <a:xfrm>
            <a:off x="3558871" y="4989398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 of 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Connecteur droit avec flèche 52"/>
          <p:cNvCxnSpPr>
            <a:stCxn id="39" idx="1"/>
            <a:endCxn id="51" idx="3"/>
          </p:cNvCxnSpPr>
          <p:nvPr/>
        </p:nvCxnSpPr>
        <p:spPr>
          <a:xfrm flipH="1">
            <a:off x="5081891" y="5295722"/>
            <a:ext cx="224394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e 53"/>
          <p:cNvGrpSpPr/>
          <p:nvPr/>
        </p:nvGrpSpPr>
        <p:grpSpPr>
          <a:xfrm>
            <a:off x="5203985" y="4941168"/>
            <a:ext cx="1999760" cy="307777"/>
            <a:chOff x="3079330" y="1201252"/>
            <a:chExt cx="1999760" cy="307777"/>
          </a:xfrm>
        </p:grpSpPr>
        <p:sp>
          <p:nvSpPr>
            <p:cNvPr id="55" name="Ellipse 5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3333099" y="1201252"/>
              <a:ext cx="17459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(overwrite)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57" name="Connecteur droit avec flèche 56"/>
          <p:cNvCxnSpPr/>
          <p:nvPr/>
        </p:nvCxnSpPr>
        <p:spPr>
          <a:xfrm>
            <a:off x="5081891" y="5441683"/>
            <a:ext cx="224394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e 57"/>
          <p:cNvGrpSpPr/>
          <p:nvPr/>
        </p:nvGrpSpPr>
        <p:grpSpPr>
          <a:xfrm>
            <a:off x="5099790" y="5487613"/>
            <a:ext cx="2208150" cy="523220"/>
            <a:chOff x="3079330" y="1201252"/>
            <a:chExt cx="2208150" cy="523220"/>
          </a:xfrm>
        </p:grpSpPr>
        <p:sp>
          <p:nvSpPr>
            <p:cNvPr id="70" name="Ellipse 69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3</a:t>
              </a:r>
              <a:endParaRPr lang="en-US" sz="1400" dirty="0"/>
            </a:p>
          </p:txBody>
        </p:sp>
        <p:sp>
          <p:nvSpPr>
            <p:cNvPr id="74" name="ZoneTexte 73"/>
            <p:cNvSpPr txBox="1"/>
            <p:nvPr/>
          </p:nvSpPr>
          <p:spPr>
            <a:xfrm>
              <a:off x="3333099" y="1201252"/>
              <a:ext cx="19543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</a:p>
            <a:p>
              <a:pPr algn="ctr"/>
              <a:r>
                <a:rPr lang="en-US" sz="1400" dirty="0" smtClean="0">
                  <a:solidFill>
                    <a:srgbClr val="0070C0"/>
                  </a:solidFill>
                </a:rPr>
                <a:t>(optional: incremental)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75" name="Organigramme : Document 74"/>
          <p:cNvSpPr/>
          <p:nvPr/>
        </p:nvSpPr>
        <p:spPr>
          <a:xfrm>
            <a:off x="295140" y="4989398"/>
            <a:ext cx="1108507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model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747" y="2285083"/>
            <a:ext cx="615430" cy="41028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7"/>
          <a:stretch/>
        </p:blipFill>
        <p:spPr>
          <a:xfrm>
            <a:off x="3492872" y="5371197"/>
            <a:ext cx="432048" cy="461698"/>
          </a:xfrm>
          <a:prstGeom prst="rect">
            <a:avLst/>
          </a:prstGeom>
        </p:spPr>
      </p:pic>
      <p:sp>
        <p:nvSpPr>
          <p:cNvPr id="47" name="Légende encadrée 1 46"/>
          <p:cNvSpPr/>
          <p:nvPr/>
        </p:nvSpPr>
        <p:spPr>
          <a:xfrm>
            <a:off x="3648318" y="2571777"/>
            <a:ext cx="3299946" cy="875515"/>
          </a:xfrm>
          <a:prstGeom prst="borderCallout1">
            <a:avLst>
              <a:gd name="adj1" fmla="val 33091"/>
              <a:gd name="adj2" fmla="val 158"/>
              <a:gd name="adj3" fmla="val 9766"/>
              <a:gd name="adj4" fmla="val -21256"/>
            </a:avLst>
          </a:prstGeom>
          <a:solidFill>
            <a:schemeClr val="accent2">
              <a:alpha val="2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 smtClean="0">
                <a:solidFill>
                  <a:schemeClr val="tx1"/>
                </a:solidFill>
              </a:rPr>
              <a:t>“Reverse (merge)” is an incremental update of the model (preserve non-affected elements)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669" y="2285755"/>
            <a:ext cx="615430" cy="410287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669" y="5396902"/>
            <a:ext cx="615430" cy="410287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7"/>
          <a:stretch/>
        </p:blipFill>
        <p:spPr>
          <a:xfrm>
            <a:off x="79116" y="5371197"/>
            <a:ext cx="432048" cy="461698"/>
          </a:xfrm>
          <a:prstGeom prst="rect">
            <a:avLst/>
          </a:prstGeom>
        </p:spPr>
      </p:pic>
      <p:pic>
        <p:nvPicPr>
          <p:cNvPr id="71" name="Image 7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3" y="2285083"/>
            <a:ext cx="615430" cy="41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6259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0916184"/>
              </p:ext>
            </p:extLst>
          </p:nvPr>
        </p:nvGraphicFramePr>
        <p:xfrm>
          <a:off x="376038" y="1386383"/>
          <a:ext cx="8506180" cy="449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Content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45818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Round-Trip Use-Cases and Scenarios</a:t>
            </a:r>
            <a:endParaRPr lang="fr-FR" dirty="0"/>
          </a:p>
        </p:txBody>
      </p:sp>
      <p:sp>
        <p:nvSpPr>
          <p:cNvPr id="40" name="ZoneTexte 39"/>
          <p:cNvSpPr txBox="1"/>
          <p:nvPr/>
        </p:nvSpPr>
        <p:spPr>
          <a:xfrm>
            <a:off x="295141" y="1129849"/>
            <a:ext cx="6750566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 3.1: merge by creating an image of the model as code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46" name="Connecteur droit 45"/>
          <p:cNvCxnSpPr/>
          <p:nvPr/>
        </p:nvCxnSpPr>
        <p:spPr>
          <a:xfrm>
            <a:off x="0" y="3789040"/>
            <a:ext cx="9144000" cy="0"/>
          </a:xfrm>
          <a:prstGeom prst="line">
            <a:avLst/>
          </a:prstGeom>
          <a:ln w="222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e 47"/>
          <p:cNvGrpSpPr/>
          <p:nvPr/>
        </p:nvGrpSpPr>
        <p:grpSpPr>
          <a:xfrm>
            <a:off x="1600802" y="1854473"/>
            <a:ext cx="1760913" cy="307777"/>
            <a:chOff x="3079330" y="1201252"/>
            <a:chExt cx="1760913" cy="307777"/>
          </a:xfrm>
        </p:grpSpPr>
        <p:sp>
          <p:nvSpPr>
            <p:cNvPr id="49" name="Ellipse 48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50" name="ZoneTexte 49"/>
            <p:cNvSpPr txBox="1"/>
            <p:nvPr/>
          </p:nvSpPr>
          <p:spPr>
            <a:xfrm>
              <a:off x="3333099" y="1201252"/>
              <a:ext cx="15071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52" name="Organigramme : Document 51"/>
          <p:cNvSpPr/>
          <p:nvPr/>
        </p:nvSpPr>
        <p:spPr>
          <a:xfrm>
            <a:off x="7325839" y="1902703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Modified code</a:t>
            </a:r>
          </a:p>
        </p:txBody>
      </p:sp>
      <p:cxnSp>
        <p:nvCxnSpPr>
          <p:cNvPr id="59" name="Connecteur droit avec flèche 58"/>
          <p:cNvCxnSpPr>
            <a:stCxn id="42" idx="3"/>
            <a:endCxn id="60" idx="1"/>
          </p:cNvCxnSpPr>
          <p:nvPr/>
        </p:nvCxnSpPr>
        <p:spPr>
          <a:xfrm>
            <a:off x="1403647" y="2209027"/>
            <a:ext cx="215522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rganigramme : Document 59"/>
          <p:cNvSpPr/>
          <p:nvPr/>
        </p:nvSpPr>
        <p:spPr>
          <a:xfrm>
            <a:off x="3558871" y="1902703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 of model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1" name="Connecteur droit avec flèche 60"/>
          <p:cNvCxnSpPr>
            <a:stCxn id="52" idx="1"/>
            <a:endCxn id="60" idx="3"/>
          </p:cNvCxnSpPr>
          <p:nvPr/>
        </p:nvCxnSpPr>
        <p:spPr>
          <a:xfrm flipH="1">
            <a:off x="5081891" y="2209027"/>
            <a:ext cx="2243948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ZoneTexte 61"/>
          <p:cNvSpPr txBox="1"/>
          <p:nvPr/>
        </p:nvSpPr>
        <p:spPr>
          <a:xfrm>
            <a:off x="295141" y="4149080"/>
            <a:ext cx="6827510" cy="369332"/>
          </a:xfrm>
          <a:prstGeom prst="rect">
            <a:avLst/>
          </a:prstGeom>
          <a:noFill/>
          <a:ln w="1270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Scenario 3.2: merge by creating an image of the code as model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63" name="Groupe 62"/>
          <p:cNvGrpSpPr/>
          <p:nvPr/>
        </p:nvGrpSpPr>
        <p:grpSpPr>
          <a:xfrm>
            <a:off x="5536608" y="1844824"/>
            <a:ext cx="1334514" cy="307777"/>
            <a:chOff x="3079330" y="1201252"/>
            <a:chExt cx="1334514" cy="307777"/>
          </a:xfrm>
        </p:grpSpPr>
        <p:sp>
          <p:nvSpPr>
            <p:cNvPr id="64" name="Ellipse 63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65" name="ZoneTexte 64"/>
            <p:cNvSpPr txBox="1"/>
            <p:nvPr/>
          </p:nvSpPr>
          <p:spPr>
            <a:xfrm>
              <a:off x="3333099" y="1201252"/>
              <a:ext cx="10807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Code sync.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66" name="Connecteur droit avec flèche 65"/>
          <p:cNvCxnSpPr/>
          <p:nvPr/>
        </p:nvCxnSpPr>
        <p:spPr>
          <a:xfrm>
            <a:off x="1403647" y="2334751"/>
            <a:ext cx="2157059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e 66"/>
          <p:cNvGrpSpPr/>
          <p:nvPr/>
        </p:nvGrpSpPr>
        <p:grpSpPr>
          <a:xfrm>
            <a:off x="1591184" y="2389267"/>
            <a:ext cx="1780149" cy="307777"/>
            <a:chOff x="3079330" y="1201252"/>
            <a:chExt cx="1780149" cy="307777"/>
          </a:xfrm>
        </p:grpSpPr>
        <p:sp>
          <p:nvSpPr>
            <p:cNvPr id="68" name="Ellipse 67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3</a:t>
              </a:r>
              <a:endParaRPr lang="en-US" sz="1400" dirty="0"/>
            </a:p>
          </p:txBody>
        </p:sp>
        <p:sp>
          <p:nvSpPr>
            <p:cNvPr id="69" name="ZoneTexte 68"/>
            <p:cNvSpPr txBox="1"/>
            <p:nvPr/>
          </p:nvSpPr>
          <p:spPr>
            <a:xfrm>
              <a:off x="3333099" y="1201252"/>
              <a:ext cx="15263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(merge)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42" name="Organigramme : Document 41"/>
          <p:cNvSpPr/>
          <p:nvPr/>
        </p:nvSpPr>
        <p:spPr>
          <a:xfrm>
            <a:off x="295140" y="1902703"/>
            <a:ext cx="1108507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model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4" name="Groupe 33"/>
          <p:cNvGrpSpPr/>
          <p:nvPr/>
        </p:nvGrpSpPr>
        <p:grpSpPr>
          <a:xfrm>
            <a:off x="1779510" y="4941168"/>
            <a:ext cx="1393825" cy="307777"/>
            <a:chOff x="3079330" y="1201252"/>
            <a:chExt cx="1393825" cy="307777"/>
          </a:xfrm>
        </p:grpSpPr>
        <p:sp>
          <p:nvSpPr>
            <p:cNvPr id="35" name="Ellipse 3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3333099" y="1201252"/>
              <a:ext cx="11400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Model sync.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39" name="Organigramme : Document 38"/>
          <p:cNvSpPr/>
          <p:nvPr/>
        </p:nvSpPr>
        <p:spPr>
          <a:xfrm>
            <a:off x="7325839" y="4989398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Modified code</a:t>
            </a:r>
          </a:p>
        </p:txBody>
      </p:sp>
      <p:cxnSp>
        <p:nvCxnSpPr>
          <p:cNvPr id="43" name="Connecteur droit avec flèche 42"/>
          <p:cNvCxnSpPr/>
          <p:nvPr/>
        </p:nvCxnSpPr>
        <p:spPr>
          <a:xfrm>
            <a:off x="1403647" y="5295722"/>
            <a:ext cx="215522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rganigramme : Document 50"/>
          <p:cNvSpPr/>
          <p:nvPr/>
        </p:nvSpPr>
        <p:spPr>
          <a:xfrm>
            <a:off x="3558871" y="4989398"/>
            <a:ext cx="1523020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Image of 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3" name="Connecteur droit avec flèche 52"/>
          <p:cNvCxnSpPr>
            <a:stCxn id="39" idx="1"/>
            <a:endCxn id="51" idx="3"/>
          </p:cNvCxnSpPr>
          <p:nvPr/>
        </p:nvCxnSpPr>
        <p:spPr>
          <a:xfrm flipH="1">
            <a:off x="5081891" y="5295722"/>
            <a:ext cx="224394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e 53"/>
          <p:cNvGrpSpPr/>
          <p:nvPr/>
        </p:nvGrpSpPr>
        <p:grpSpPr>
          <a:xfrm>
            <a:off x="5203985" y="4941168"/>
            <a:ext cx="1999760" cy="307777"/>
            <a:chOff x="3079330" y="1201252"/>
            <a:chExt cx="1999760" cy="307777"/>
          </a:xfrm>
        </p:grpSpPr>
        <p:sp>
          <p:nvSpPr>
            <p:cNvPr id="55" name="Ellipse 54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1</a:t>
              </a:r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3333099" y="1201252"/>
              <a:ext cx="17459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70C0"/>
                  </a:solidFill>
                </a:rPr>
                <a:t>Reverse (overwrite)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57" name="Connecteur droit avec flèche 56"/>
          <p:cNvCxnSpPr/>
          <p:nvPr/>
        </p:nvCxnSpPr>
        <p:spPr>
          <a:xfrm>
            <a:off x="5081891" y="5441683"/>
            <a:ext cx="2243948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e 57"/>
          <p:cNvGrpSpPr/>
          <p:nvPr/>
        </p:nvGrpSpPr>
        <p:grpSpPr>
          <a:xfrm>
            <a:off x="5099790" y="5487613"/>
            <a:ext cx="2208150" cy="523220"/>
            <a:chOff x="3079330" y="1201252"/>
            <a:chExt cx="2208150" cy="523220"/>
          </a:xfrm>
        </p:grpSpPr>
        <p:sp>
          <p:nvSpPr>
            <p:cNvPr id="70" name="Ellipse 69"/>
            <p:cNvSpPr/>
            <p:nvPr/>
          </p:nvSpPr>
          <p:spPr>
            <a:xfrm>
              <a:off x="3079330" y="1228257"/>
              <a:ext cx="253769" cy="253769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3</a:t>
              </a:r>
              <a:endParaRPr lang="en-US" sz="1400" dirty="0"/>
            </a:p>
          </p:txBody>
        </p:sp>
        <p:sp>
          <p:nvSpPr>
            <p:cNvPr id="74" name="ZoneTexte 73"/>
            <p:cNvSpPr txBox="1"/>
            <p:nvPr/>
          </p:nvSpPr>
          <p:spPr>
            <a:xfrm>
              <a:off x="3333099" y="1201252"/>
              <a:ext cx="19543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srgbClr val="0070C0"/>
                  </a:solidFill>
                </a:rPr>
                <a:t>Code generation</a:t>
              </a:r>
            </a:p>
            <a:p>
              <a:pPr algn="ctr"/>
              <a:r>
                <a:rPr lang="en-US" sz="1400" dirty="0" smtClean="0">
                  <a:solidFill>
                    <a:srgbClr val="0070C0"/>
                  </a:solidFill>
                </a:rPr>
                <a:t>(optional: incremental)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</p:grpSp>
      <p:sp>
        <p:nvSpPr>
          <p:cNvPr id="75" name="Organigramme : Document 74"/>
          <p:cNvSpPr/>
          <p:nvPr/>
        </p:nvSpPr>
        <p:spPr>
          <a:xfrm>
            <a:off x="295140" y="4989398"/>
            <a:ext cx="1108507" cy="612648"/>
          </a:xfrm>
          <a:prstGeom prst="flowChartDocumen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Modified model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9" name="Groupe 8"/>
          <p:cNvGrpSpPr/>
          <p:nvPr/>
        </p:nvGrpSpPr>
        <p:grpSpPr>
          <a:xfrm>
            <a:off x="1551698" y="5633482"/>
            <a:ext cx="1398392" cy="653420"/>
            <a:chOff x="1551698" y="5633482"/>
            <a:chExt cx="1398392" cy="653420"/>
          </a:xfrm>
        </p:grpSpPr>
        <p:sp>
          <p:nvSpPr>
            <p:cNvPr id="78" name="Légende encadrée 1 77"/>
            <p:cNvSpPr/>
            <p:nvPr/>
          </p:nvSpPr>
          <p:spPr>
            <a:xfrm>
              <a:off x="1551698" y="5633482"/>
              <a:ext cx="1398392" cy="653420"/>
            </a:xfrm>
            <a:prstGeom prst="borderCallout1">
              <a:avLst>
                <a:gd name="adj1" fmla="val 797"/>
                <a:gd name="adj2" fmla="val 55532"/>
                <a:gd name="adj3" fmla="val -68663"/>
                <a:gd name="adj4" fmla="val 59425"/>
              </a:avLst>
            </a:prstGeom>
            <a:solidFill>
              <a:schemeClr val="accent2">
                <a:alpha val="20000"/>
              </a:schemeClr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EMF Compare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7423" y="5999252"/>
              <a:ext cx="1266941" cy="197080"/>
            </a:xfrm>
            <a:prstGeom prst="rect">
              <a:avLst/>
            </a:prstGeom>
          </p:spPr>
        </p:pic>
      </p:grpSp>
      <p:grpSp>
        <p:nvGrpSpPr>
          <p:cNvPr id="10" name="Groupe 9"/>
          <p:cNvGrpSpPr/>
          <p:nvPr/>
        </p:nvGrpSpPr>
        <p:grpSpPr>
          <a:xfrm>
            <a:off x="5658390" y="2591177"/>
            <a:ext cx="789381" cy="653420"/>
            <a:chOff x="5658390" y="2591177"/>
            <a:chExt cx="789381" cy="653420"/>
          </a:xfrm>
        </p:grpSpPr>
        <p:sp>
          <p:nvSpPr>
            <p:cNvPr id="77" name="Légende encadrée 1 76"/>
            <p:cNvSpPr/>
            <p:nvPr/>
          </p:nvSpPr>
          <p:spPr>
            <a:xfrm>
              <a:off x="5658390" y="2591177"/>
              <a:ext cx="789381" cy="653420"/>
            </a:xfrm>
            <a:prstGeom prst="borderCallout1">
              <a:avLst>
                <a:gd name="adj1" fmla="val 797"/>
                <a:gd name="adj2" fmla="val 55532"/>
                <a:gd name="adj3" fmla="val -74814"/>
                <a:gd name="adj4" fmla="val 55803"/>
              </a:avLst>
            </a:prstGeom>
            <a:solidFill>
              <a:schemeClr val="accent2">
                <a:alpha val="20000"/>
              </a:schemeClr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Eclipse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460"/>
            <a:stretch/>
          </p:blipFill>
          <p:spPr>
            <a:xfrm>
              <a:off x="5893389" y="2894143"/>
              <a:ext cx="319381" cy="318833"/>
            </a:xfrm>
            <a:prstGeom prst="rect">
              <a:avLst/>
            </a:prstGeom>
          </p:spPr>
        </p:pic>
      </p:grpSp>
      <p:grpSp>
        <p:nvGrpSpPr>
          <p:cNvPr id="12" name="Groupe 11"/>
          <p:cNvGrpSpPr/>
          <p:nvPr/>
        </p:nvGrpSpPr>
        <p:grpSpPr>
          <a:xfrm>
            <a:off x="2699792" y="2946397"/>
            <a:ext cx="2219351" cy="653420"/>
            <a:chOff x="1704577" y="2953469"/>
            <a:chExt cx="2219351" cy="653420"/>
          </a:xfrm>
        </p:grpSpPr>
        <p:sp>
          <p:nvSpPr>
            <p:cNvPr id="72" name="Légende encadrée 1 71"/>
            <p:cNvSpPr/>
            <p:nvPr/>
          </p:nvSpPr>
          <p:spPr>
            <a:xfrm>
              <a:off x="1704577" y="2953469"/>
              <a:ext cx="2219351" cy="653420"/>
            </a:xfrm>
            <a:prstGeom prst="borderCallout1">
              <a:avLst>
                <a:gd name="adj1" fmla="val 797"/>
                <a:gd name="adj2" fmla="val 8626"/>
                <a:gd name="adj3" fmla="val -33908"/>
                <a:gd name="adj4" fmla="val 6588"/>
              </a:avLst>
            </a:prstGeom>
            <a:solidFill>
              <a:schemeClr val="accent2">
                <a:alpha val="20000"/>
              </a:schemeClr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Papyrus Designer + CDT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834" y="3212976"/>
              <a:ext cx="365415" cy="365415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1860" y="3220030"/>
              <a:ext cx="566691" cy="351306"/>
            </a:xfrm>
            <a:prstGeom prst="rect">
              <a:avLst/>
            </a:prstGeom>
          </p:spPr>
        </p:pic>
      </p:grpSp>
      <p:grpSp>
        <p:nvGrpSpPr>
          <p:cNvPr id="13" name="Groupe 12"/>
          <p:cNvGrpSpPr/>
          <p:nvPr/>
        </p:nvGrpSpPr>
        <p:grpSpPr>
          <a:xfrm>
            <a:off x="220590" y="2749684"/>
            <a:ext cx="1657908" cy="653420"/>
            <a:chOff x="2492699" y="855914"/>
            <a:chExt cx="1657908" cy="653420"/>
          </a:xfrm>
        </p:grpSpPr>
        <p:sp>
          <p:nvSpPr>
            <p:cNvPr id="73" name="Légende encadrée 1 72"/>
            <p:cNvSpPr/>
            <p:nvPr/>
          </p:nvSpPr>
          <p:spPr>
            <a:xfrm>
              <a:off x="2492699" y="855914"/>
              <a:ext cx="1657908" cy="653420"/>
            </a:xfrm>
            <a:prstGeom prst="borderCallout1">
              <a:avLst>
                <a:gd name="adj1" fmla="val 490"/>
                <a:gd name="adj2" fmla="val 50319"/>
                <a:gd name="adj3" fmla="val -109414"/>
                <a:gd name="adj4" fmla="val 79961"/>
              </a:avLst>
            </a:prstGeom>
            <a:solidFill>
              <a:schemeClr val="accent2">
                <a:alpha val="20000"/>
              </a:schemeClr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Papyrus Designer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71" name="Image 7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5953" y="1129849"/>
              <a:ext cx="566691" cy="351306"/>
            </a:xfrm>
            <a:prstGeom prst="rect">
              <a:avLst/>
            </a:prstGeom>
          </p:spPr>
        </p:pic>
      </p:grpSp>
      <p:grpSp>
        <p:nvGrpSpPr>
          <p:cNvPr id="15" name="Groupe 14"/>
          <p:cNvGrpSpPr/>
          <p:nvPr/>
        </p:nvGrpSpPr>
        <p:grpSpPr>
          <a:xfrm>
            <a:off x="3638578" y="6083767"/>
            <a:ext cx="2962857" cy="653420"/>
            <a:chOff x="3638578" y="6083767"/>
            <a:chExt cx="2962857" cy="653420"/>
          </a:xfrm>
        </p:grpSpPr>
        <p:sp>
          <p:nvSpPr>
            <p:cNvPr id="80" name="Légende encadrée 1 79"/>
            <p:cNvSpPr/>
            <p:nvPr/>
          </p:nvSpPr>
          <p:spPr>
            <a:xfrm>
              <a:off x="3638578" y="6083767"/>
              <a:ext cx="2962857" cy="653420"/>
            </a:xfrm>
            <a:prstGeom prst="borderCallout1">
              <a:avLst>
                <a:gd name="adj1" fmla="val 797"/>
                <a:gd name="adj2" fmla="val 55532"/>
                <a:gd name="adj3" fmla="val -36369"/>
                <a:gd name="adj4" fmla="val 59085"/>
              </a:avLst>
            </a:prstGeom>
            <a:solidFill>
              <a:schemeClr val="accent2">
                <a:alpha val="20000"/>
              </a:schemeClr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Papyrus Designer + EMF </a:t>
              </a:r>
              <a:r>
                <a:rPr lang="en-US" sz="1400" dirty="0" err="1" smtClean="0">
                  <a:solidFill>
                    <a:schemeClr val="tx1"/>
                  </a:solidFill>
                </a:rPr>
                <a:t>IncQuery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8039" y="6380791"/>
              <a:ext cx="475041" cy="306899"/>
            </a:xfrm>
            <a:prstGeom prst="rect">
              <a:avLst/>
            </a:prstGeom>
          </p:spPr>
        </p:pic>
        <p:pic>
          <p:nvPicPr>
            <p:cNvPr id="76" name="Image 7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11960" y="6358587"/>
              <a:ext cx="566691" cy="351306"/>
            </a:xfrm>
            <a:prstGeom prst="rect">
              <a:avLst/>
            </a:prstGeom>
          </p:spPr>
        </p:pic>
      </p:grpSp>
      <p:grpSp>
        <p:nvGrpSpPr>
          <p:cNvPr id="14" name="Groupe 13"/>
          <p:cNvGrpSpPr/>
          <p:nvPr/>
        </p:nvGrpSpPr>
        <p:grpSpPr>
          <a:xfrm>
            <a:off x="7307940" y="4112821"/>
            <a:ext cx="1656548" cy="653420"/>
            <a:chOff x="7307940" y="4112821"/>
            <a:chExt cx="1656548" cy="653420"/>
          </a:xfrm>
        </p:grpSpPr>
        <p:sp>
          <p:nvSpPr>
            <p:cNvPr id="79" name="Légende encadrée 1 78"/>
            <p:cNvSpPr/>
            <p:nvPr/>
          </p:nvSpPr>
          <p:spPr>
            <a:xfrm>
              <a:off x="7307940" y="4112821"/>
              <a:ext cx="1656548" cy="653420"/>
            </a:xfrm>
            <a:prstGeom prst="borderCallout1">
              <a:avLst>
                <a:gd name="adj1" fmla="val 69998"/>
                <a:gd name="adj2" fmla="val 203"/>
                <a:gd name="adj3" fmla="val 125101"/>
                <a:gd name="adj4" fmla="val -37581"/>
              </a:avLst>
            </a:prstGeom>
            <a:solidFill>
              <a:schemeClr val="accent2">
                <a:alpha val="20000"/>
              </a:schemeClr>
            </a:solidFill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Papyrus Designer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81" name="Image 8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4003" y="4411677"/>
              <a:ext cx="566691" cy="351306"/>
            </a:xfrm>
            <a:prstGeom prst="rect">
              <a:avLst/>
            </a:prstGeom>
          </p:spPr>
        </p:pic>
      </p:grpSp>
      <p:pic>
        <p:nvPicPr>
          <p:cNvPr id="82" name="Image 8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747" y="2285083"/>
            <a:ext cx="615430" cy="410287"/>
          </a:xfrm>
          <a:prstGeom prst="rect">
            <a:avLst/>
          </a:prstGeom>
        </p:spPr>
      </p:pic>
      <p:pic>
        <p:nvPicPr>
          <p:cNvPr id="83" name="Image 8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7"/>
          <a:stretch/>
        </p:blipFill>
        <p:spPr>
          <a:xfrm>
            <a:off x="3492872" y="5371197"/>
            <a:ext cx="432048" cy="461698"/>
          </a:xfrm>
          <a:prstGeom prst="rect">
            <a:avLst/>
          </a:prstGeom>
        </p:spPr>
      </p:pic>
      <p:pic>
        <p:nvPicPr>
          <p:cNvPr id="84" name="Image 8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669" y="2285755"/>
            <a:ext cx="615430" cy="410287"/>
          </a:xfrm>
          <a:prstGeom prst="rect">
            <a:avLst/>
          </a:prstGeom>
        </p:spPr>
      </p:pic>
      <p:pic>
        <p:nvPicPr>
          <p:cNvPr id="85" name="Image 8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669" y="5396902"/>
            <a:ext cx="615430" cy="410287"/>
          </a:xfrm>
          <a:prstGeom prst="rect">
            <a:avLst/>
          </a:prstGeom>
        </p:spPr>
      </p:pic>
      <p:pic>
        <p:nvPicPr>
          <p:cNvPr id="86" name="Image 8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7"/>
          <a:stretch/>
        </p:blipFill>
        <p:spPr>
          <a:xfrm>
            <a:off x="79116" y="5371197"/>
            <a:ext cx="432048" cy="461698"/>
          </a:xfrm>
          <a:prstGeom prst="rect">
            <a:avLst/>
          </a:prstGeom>
        </p:spPr>
      </p:pic>
      <p:pic>
        <p:nvPicPr>
          <p:cNvPr id="87" name="Image 8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3" y="2285083"/>
            <a:ext cx="615430" cy="41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227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/>
              <a:t>Round-Trip Use-Cases and Scenarios</a:t>
            </a:r>
            <a:endParaRPr lang="fr-FR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557701"/>
              </p:ext>
            </p:extLst>
          </p:nvPr>
        </p:nvGraphicFramePr>
        <p:xfrm>
          <a:off x="161845" y="1782792"/>
          <a:ext cx="8820310" cy="409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851"/>
                <a:gridCol w="2664296"/>
                <a:gridCol w="2736304"/>
                <a:gridCol w="17458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Criteria</a:t>
                      </a:r>
                      <a:endParaRPr lang="en-US" sz="14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Merge</a:t>
                      </a:r>
                      <a:r>
                        <a:rPr lang="en-US" sz="1400" baseline="0" noProof="0" dirty="0" smtClean="0"/>
                        <a:t> using code</a:t>
                      </a:r>
                      <a:endParaRPr lang="en-US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Merge using model</a:t>
                      </a:r>
                      <a:endParaRPr lang="en-US" sz="1400" noProof="0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Winner</a:t>
                      </a:r>
                      <a:endParaRPr lang="en-US" sz="1400" noProof="0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UI usability</a:t>
                      </a:r>
                      <a:endParaRPr lang="en-US" sz="14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Suited for algorithmic changes</a:t>
                      </a:r>
                      <a:endParaRPr lang="en-US" sz="14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Suited for architectural changes</a:t>
                      </a:r>
                      <a:endParaRPr lang="en-US" sz="1400" noProof="0" dirty="0"/>
                    </a:p>
                  </a:txBody>
                  <a:tcPr>
                    <a:solidFill>
                      <a:srgbClr val="C7E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Draw</a:t>
                      </a:r>
                      <a:endParaRPr lang="en-US" sz="14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Change detector</a:t>
                      </a:r>
                      <a:endParaRPr lang="en-US" sz="14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 smtClean="0"/>
                        <a:t>CDT listener is unreliable and not fine-grained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EMF </a:t>
                      </a:r>
                      <a:r>
                        <a:rPr lang="en-US" sz="1400" noProof="0" dirty="0" err="1" smtClean="0"/>
                        <a:t>IncQuery</a:t>
                      </a:r>
                      <a:r>
                        <a:rPr lang="en-US" sz="1400" noProof="0" dirty="0" smtClean="0"/>
                        <a:t> is reliable and fine-grained</a:t>
                      </a:r>
                      <a:endParaRPr lang="en-US" sz="1400" noProof="0" dirty="0"/>
                    </a:p>
                  </a:txBody>
                  <a:tcPr>
                    <a:solidFill>
                      <a:srgbClr val="C7E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Merge using model</a:t>
                      </a:r>
                      <a:endParaRPr lang="en-US" sz="1400" noProof="0" dirty="0"/>
                    </a:p>
                  </a:txBody>
                  <a:tcPr>
                    <a:solidFill>
                      <a:srgbClr val="C7E4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Comparison tool</a:t>
                      </a:r>
                      <a:endParaRPr lang="en-US" sz="14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Many mature comparators (but basic can</a:t>
                      </a:r>
                      <a:r>
                        <a:rPr lang="en-US" sz="1400" baseline="0" noProof="0" dirty="0" smtClean="0"/>
                        <a:t> be</a:t>
                      </a:r>
                      <a:r>
                        <a:rPr lang="en-US" sz="1400" noProof="0" dirty="0" smtClean="0"/>
                        <a:t> messy)</a:t>
                      </a:r>
                      <a:endParaRPr lang="en-US" sz="14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EMF Compare comparison fine-grained</a:t>
                      </a:r>
                      <a:r>
                        <a:rPr lang="en-US" sz="1400" baseline="0" noProof="0" dirty="0" smtClean="0"/>
                        <a:t> in Papyrus, needs some UI work outside of Papyrus, </a:t>
                      </a:r>
                      <a:r>
                        <a:rPr lang="en-US" sz="1400" baseline="0" noProof="0" dirty="0" err="1" smtClean="0"/>
                        <a:t>xmi:id</a:t>
                      </a:r>
                      <a:r>
                        <a:rPr lang="en-US" sz="1400" baseline="0" noProof="0" dirty="0" smtClean="0"/>
                        <a:t> limitation needs to be leveraged</a:t>
                      </a:r>
                      <a:endParaRPr lang="en-US" sz="1400" noProof="0" dirty="0"/>
                    </a:p>
                  </a:txBody>
                  <a:tcPr>
                    <a:solidFill>
                      <a:srgbClr val="C7E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Merge</a:t>
                      </a:r>
                      <a:r>
                        <a:rPr lang="en-US" sz="1400" baseline="0" noProof="0" dirty="0" smtClean="0"/>
                        <a:t> using code</a:t>
                      </a:r>
                      <a:endParaRPr lang="en-US" sz="14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Overall robustness</a:t>
                      </a:r>
                      <a:endParaRPr lang="en-US" sz="14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“Reverse (merge)” operation is dependent</a:t>
                      </a:r>
                      <a:r>
                        <a:rPr lang="en-US" sz="1400" baseline="0" noProof="0" dirty="0" smtClean="0"/>
                        <a:t> on code changes detector and handling of changes, which in the current state is error-prone</a:t>
                      </a:r>
                      <a:endParaRPr lang="en-US" sz="14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Incremental code generation is based on more reliable EMF </a:t>
                      </a:r>
                      <a:r>
                        <a:rPr lang="en-US" sz="1400" noProof="0" dirty="0" err="1" smtClean="0"/>
                        <a:t>IncQuery</a:t>
                      </a:r>
                      <a:r>
                        <a:rPr lang="en-US" sz="1400" baseline="0" noProof="0" dirty="0" smtClean="0"/>
                        <a:t> AND it’s optional</a:t>
                      </a:r>
                      <a:endParaRPr lang="en-US" sz="1400" noProof="0" dirty="0"/>
                    </a:p>
                  </a:txBody>
                  <a:tcPr>
                    <a:solidFill>
                      <a:srgbClr val="C7E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Merge using</a:t>
                      </a:r>
                      <a:r>
                        <a:rPr lang="en-US" sz="1400" baseline="0" noProof="0" dirty="0" smtClean="0"/>
                        <a:t> model</a:t>
                      </a:r>
                      <a:endParaRPr lang="en-US" sz="1400" noProof="0" dirty="0"/>
                    </a:p>
                  </a:txBody>
                  <a:tcPr>
                    <a:solidFill>
                      <a:srgbClr val="C7E4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Technology dependency</a:t>
                      </a:r>
                      <a:endParaRPr lang="en-US" sz="14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CDT</a:t>
                      </a:r>
                      <a:endParaRPr lang="en-US" sz="1400" noProof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EMF technologies</a:t>
                      </a:r>
                      <a:endParaRPr lang="en-US" sz="1400" noProof="0" dirty="0"/>
                    </a:p>
                  </a:txBody>
                  <a:tcPr>
                    <a:solidFill>
                      <a:srgbClr val="C7E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/>
                        <a:t>Draw</a:t>
                      </a:r>
                      <a:endParaRPr lang="en-US" sz="1400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ZoneTexte 1"/>
          <p:cNvSpPr txBox="1"/>
          <p:nvPr/>
        </p:nvSpPr>
        <p:spPr>
          <a:xfrm>
            <a:off x="3154529" y="1413460"/>
            <a:ext cx="2834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Technology comparison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824419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060829"/>
              </p:ext>
            </p:extLst>
          </p:nvPr>
        </p:nvGraphicFramePr>
        <p:xfrm>
          <a:off x="376038" y="1386383"/>
          <a:ext cx="8506180" cy="449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Content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4696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Demo Video</a:t>
            </a:r>
            <a:endParaRPr lang="fr-FR" dirty="0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365866" y="2492896"/>
            <a:ext cx="2412268" cy="783193"/>
          </a:xfrm>
          <a:prstGeom prst="flowChartAlternateProcess">
            <a:avLst/>
          </a:prstGeom>
          <a:gradFill rotWithShape="0">
            <a:gsLst>
              <a:gs pos="0">
                <a:srgbClr val="F6FFE7"/>
              </a:gs>
              <a:gs pos="100000">
                <a:srgbClr val="DCFF8F"/>
              </a:gs>
            </a:gsLst>
            <a:lin ang="5400000" scaled="1"/>
          </a:gradFill>
          <a:ln w="158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dirty="0" smtClean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rPr>
              <a:t>Video ►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162862" y="3573016"/>
            <a:ext cx="6818277" cy="707886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4000" dirty="0">
                <a:solidFill>
                  <a:srgbClr val="0070C0"/>
                </a:solidFill>
              </a:rPr>
              <a:t>https://</a:t>
            </a:r>
            <a:r>
              <a:rPr lang="fr-FR" sz="4000" dirty="0" smtClean="0">
                <a:solidFill>
                  <a:srgbClr val="0070C0"/>
                </a:solidFill>
              </a:rPr>
              <a:t>youtu.be/sudtoPvvyTA</a:t>
            </a:r>
            <a:endParaRPr lang="fr-FR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3326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23851"/>
              </p:ext>
            </p:extLst>
          </p:nvPr>
        </p:nvGraphicFramePr>
        <p:xfrm>
          <a:off x="376038" y="1386383"/>
          <a:ext cx="8506180" cy="4490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1908175" y="92249"/>
            <a:ext cx="4824065" cy="576262"/>
          </a:xfrm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Content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9989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8"/>
          </p:nvPr>
        </p:nvSpPr>
        <p:spPr>
          <a:xfrm>
            <a:off x="539750" y="982663"/>
            <a:ext cx="8208963" cy="5758705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1800" dirty="0" smtClean="0">
                <a:solidFill>
                  <a:srgbClr val="E60019"/>
                </a:solidFill>
              </a:rPr>
              <a:t>Summary</a:t>
            </a:r>
            <a:endParaRPr lang="en-US" sz="1800" dirty="0" smtClean="0"/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Papyrus round-trip engineering proof of concept</a:t>
            </a:r>
          </a:p>
          <a:p>
            <a:pPr marL="5301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  <a:sym typeface="Wingdings" panose="05000000000000000000" pitchFamily="2" charset="2"/>
              </a:rPr>
              <a:t>Most limitations are on the implementation side due to technology issues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1800" dirty="0" smtClean="0">
                <a:solidFill>
                  <a:srgbClr val="E60019"/>
                </a:solidFill>
              </a:rPr>
              <a:t>Current and future work</a:t>
            </a:r>
            <a:endParaRPr lang="en-US" sz="1800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Unitary testing and debugging of reverse tool for robustness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Improvement of code generator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Test on several real case studies: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200" dirty="0" smtClean="0">
                <a:solidFill>
                  <a:srgbClr val="323265"/>
                </a:solidFill>
              </a:rPr>
              <a:t>UML-RT runtime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200" dirty="0" smtClean="0">
                <a:solidFill>
                  <a:srgbClr val="323265"/>
                </a:solidFill>
              </a:rPr>
              <a:t>Diversity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200" dirty="0" smtClean="0">
                <a:solidFill>
                  <a:srgbClr val="323265"/>
                </a:solidFill>
              </a:rPr>
              <a:t>Embedded applications developed by CEA in C++</a:t>
            </a:r>
          </a:p>
          <a:p>
            <a:pPr marL="988888"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200" dirty="0" smtClean="0">
                <a:solidFill>
                  <a:srgbClr val="323265"/>
                </a:solidFill>
              </a:rPr>
              <a:t>LEGO EV3 C++ library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Java version (integration of </a:t>
            </a:r>
            <a:r>
              <a:rPr lang="en-US" sz="1600" dirty="0" err="1" smtClean="0">
                <a:solidFill>
                  <a:srgbClr val="323265"/>
                </a:solidFill>
              </a:rPr>
              <a:t>Cédric</a:t>
            </a:r>
            <a:r>
              <a:rPr lang="en-US" sz="1600" dirty="0" smtClean="0">
                <a:solidFill>
                  <a:srgbClr val="323265"/>
                </a:solidFill>
              </a:rPr>
              <a:t> </a:t>
            </a:r>
            <a:r>
              <a:rPr lang="en-US" sz="1600" dirty="0" err="1" smtClean="0">
                <a:solidFill>
                  <a:srgbClr val="323265"/>
                </a:solidFill>
              </a:rPr>
              <a:t>Dumoulin’s</a:t>
            </a:r>
            <a:r>
              <a:rPr lang="en-US" sz="1600" dirty="0" smtClean="0">
                <a:solidFill>
                  <a:srgbClr val="323265"/>
                </a:solidFill>
              </a:rPr>
              <a:t> work)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Research work (thesis of Van Cam Pham): incremental code generation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1800" dirty="0" smtClean="0">
                <a:solidFill>
                  <a:srgbClr val="E60019"/>
                </a:solidFill>
              </a:rPr>
              <a:t>Roadmap and project</a:t>
            </a:r>
            <a:endParaRPr lang="en-US" sz="1800" dirty="0">
              <a:solidFill>
                <a:srgbClr val="5F5F5F"/>
              </a:solidFill>
            </a:endParaRP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>
                <a:solidFill>
                  <a:srgbClr val="323265"/>
                </a:solidFill>
              </a:rPr>
              <a:t>Target Eclipse Neon M6 milestone </a:t>
            </a:r>
            <a:r>
              <a:rPr lang="en-US" sz="1600" dirty="0" smtClean="0">
                <a:solidFill>
                  <a:srgbClr val="323265"/>
                </a:solidFill>
              </a:rPr>
              <a:t>(end Q1 2016) </a:t>
            </a:r>
            <a:r>
              <a:rPr lang="en-US" sz="1600" dirty="0">
                <a:solidFill>
                  <a:srgbClr val="323265"/>
                </a:solidFill>
              </a:rPr>
              <a:t>for release of round-trip features</a:t>
            </a:r>
          </a:p>
          <a:p>
            <a:pPr marL="530100" lv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dirty="0" smtClean="0">
                <a:solidFill>
                  <a:srgbClr val="323265"/>
                </a:solidFill>
              </a:rPr>
              <a:t>European project on this subject being proposed?</a:t>
            </a:r>
            <a:endParaRPr lang="en-US" sz="1600" dirty="0">
              <a:solidFill>
                <a:srgbClr val="323265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1908175" y="92075"/>
            <a:ext cx="4824413" cy="576263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1988378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10756</TotalTime>
  <Words>959</Words>
  <Application>Microsoft Office PowerPoint</Application>
  <PresentationFormat>Affichage à l'écran (4:3)</PresentationFormat>
  <Paragraphs>235</Paragraphs>
  <Slides>18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Ravie</vt:lpstr>
      <vt:lpstr>Wingdings</vt:lpstr>
      <vt:lpstr>CEA_Tech_List</vt:lpstr>
      <vt:lpstr>Papyrus Round-trip Engineering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Papyrus Model-Code Synchronization: Tooling Proposition and Tasks Status</dc:title>
  <dc:creator>shuai.li@cea.fr</dc:creator>
  <cp:lastModifiedBy>LI Shuai</cp:lastModifiedBy>
  <cp:revision>3733</cp:revision>
  <dcterms:created xsi:type="dcterms:W3CDTF">2013-02-01T10:51:35Z</dcterms:created>
  <dcterms:modified xsi:type="dcterms:W3CDTF">2016-03-31T12:26:54Z</dcterms:modified>
</cp:coreProperties>
</file>