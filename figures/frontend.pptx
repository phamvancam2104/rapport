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1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21601-B579-4BB1-BE8A-6F39324E19B6}" type="datetimeFigureOut">
              <a:rPr lang="fr-FR" smtClean="0"/>
              <a:t>02/08/2016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94761-0E4F-41A1-84BD-CF02D404B3F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32914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21601-B579-4BB1-BE8A-6F39324E19B6}" type="datetimeFigureOut">
              <a:rPr lang="fr-FR" smtClean="0"/>
              <a:t>02/08/2016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94761-0E4F-41A1-84BD-CF02D404B3F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2385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21601-B579-4BB1-BE8A-6F39324E19B6}" type="datetimeFigureOut">
              <a:rPr lang="fr-FR" smtClean="0"/>
              <a:t>02/08/2016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94761-0E4F-41A1-84BD-CF02D404B3F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5616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21601-B579-4BB1-BE8A-6F39324E19B6}" type="datetimeFigureOut">
              <a:rPr lang="fr-FR" smtClean="0"/>
              <a:t>02/08/2016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94761-0E4F-41A1-84BD-CF02D404B3F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2019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21601-B579-4BB1-BE8A-6F39324E19B6}" type="datetimeFigureOut">
              <a:rPr lang="fr-FR" smtClean="0"/>
              <a:t>02/08/2016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94761-0E4F-41A1-84BD-CF02D404B3F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4936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21601-B579-4BB1-BE8A-6F39324E19B6}" type="datetimeFigureOut">
              <a:rPr lang="fr-FR" smtClean="0"/>
              <a:t>02/08/2016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94761-0E4F-41A1-84BD-CF02D404B3F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8160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21601-B579-4BB1-BE8A-6F39324E19B6}" type="datetimeFigureOut">
              <a:rPr lang="fr-FR" smtClean="0"/>
              <a:t>02/08/2016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94761-0E4F-41A1-84BD-CF02D404B3F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9347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21601-B579-4BB1-BE8A-6F39324E19B6}" type="datetimeFigureOut">
              <a:rPr lang="fr-FR" smtClean="0"/>
              <a:t>02/08/2016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94761-0E4F-41A1-84BD-CF02D404B3F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3461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21601-B579-4BB1-BE8A-6F39324E19B6}" type="datetimeFigureOut">
              <a:rPr lang="fr-FR" smtClean="0"/>
              <a:t>02/08/2016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94761-0E4F-41A1-84BD-CF02D404B3F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514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21601-B579-4BB1-BE8A-6F39324E19B6}" type="datetimeFigureOut">
              <a:rPr lang="fr-FR" smtClean="0"/>
              <a:t>02/08/2016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94761-0E4F-41A1-84BD-CF02D404B3F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1540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21601-B579-4BB1-BE8A-6F39324E19B6}" type="datetimeFigureOut">
              <a:rPr lang="fr-FR" smtClean="0"/>
              <a:t>02/08/2016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94761-0E4F-41A1-84BD-CF02D404B3F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9422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221601-B579-4BB1-BE8A-6F39324E19B6}" type="datetimeFigureOut">
              <a:rPr lang="fr-FR" smtClean="0"/>
              <a:t>02/08/2016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594761-0E4F-41A1-84BD-CF02D404B3F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9874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/>
          <p:cNvGrpSpPr/>
          <p:nvPr/>
        </p:nvGrpSpPr>
        <p:grpSpPr>
          <a:xfrm>
            <a:off x="15902" y="15901"/>
            <a:ext cx="10552681" cy="2434295"/>
            <a:chOff x="470555" y="3379598"/>
            <a:chExt cx="10552681" cy="2434295"/>
          </a:xfrm>
        </p:grpSpPr>
        <p:grpSp>
          <p:nvGrpSpPr>
            <p:cNvPr id="5" name="Groupe 4"/>
            <p:cNvGrpSpPr/>
            <p:nvPr/>
          </p:nvGrpSpPr>
          <p:grpSpPr>
            <a:xfrm>
              <a:off x="470555" y="4865472"/>
              <a:ext cx="10552681" cy="948421"/>
              <a:chOff x="197177" y="4007632"/>
              <a:chExt cx="10552681" cy="948421"/>
            </a:xfrm>
          </p:grpSpPr>
          <p:grpSp>
            <p:nvGrpSpPr>
              <p:cNvPr id="16" name="Groupe 15"/>
              <p:cNvGrpSpPr/>
              <p:nvPr/>
            </p:nvGrpSpPr>
            <p:grpSpPr>
              <a:xfrm>
                <a:off x="197177" y="4007632"/>
                <a:ext cx="10552681" cy="948421"/>
                <a:chOff x="1402236" y="1291141"/>
                <a:chExt cx="10552681" cy="948421"/>
              </a:xfrm>
            </p:grpSpPr>
            <p:sp>
              <p:nvSpPr>
                <p:cNvPr id="19" name="Organigramme : Document 18"/>
                <p:cNvSpPr/>
                <p:nvPr/>
              </p:nvSpPr>
              <p:spPr>
                <a:xfrm>
                  <a:off x="1402236" y="1551076"/>
                  <a:ext cx="1359673" cy="612251"/>
                </a:xfrm>
                <a:prstGeom prst="flowChartDocumen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mtClean="0">
                      <a:solidFill>
                        <a:schemeClr val="tx1"/>
                      </a:solidFill>
                    </a:rPr>
                    <a:t>UML Model</a:t>
                  </a:r>
                  <a:endParaRPr lang="fr-FR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" name="Organigramme : Disque magnétique 19"/>
                <p:cNvSpPr/>
                <p:nvPr/>
              </p:nvSpPr>
              <p:spPr>
                <a:xfrm>
                  <a:off x="4539995" y="1617066"/>
                  <a:ext cx="1688970" cy="485113"/>
                </a:xfrm>
                <a:prstGeom prst="flowChartMagneticDisk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mtClean="0">
                      <a:solidFill>
                        <a:schemeClr val="tx1"/>
                      </a:solidFill>
                    </a:rPr>
                    <a:t>Front-end Code</a:t>
                  </a:r>
                  <a:endParaRPr lang="fr-FR">
                    <a:solidFill>
                      <a:schemeClr val="tx1"/>
                    </a:solidFill>
                  </a:endParaRPr>
                </a:p>
              </p:txBody>
            </p:sp>
            <p:pic>
              <p:nvPicPr>
                <p:cNvPr id="21" name="Picture 4" descr="See original image"/>
                <p:cNvPicPr>
                  <a:picLocks noChangeAspect="1" noChangeArrowheads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1441189" y="1291141"/>
                  <a:ext cx="513728" cy="948421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cxnSp>
              <p:nvCxnSpPr>
                <p:cNvPr id="22" name="Connecteur droit avec flèche 21"/>
                <p:cNvCxnSpPr>
                  <a:stCxn id="19" idx="3"/>
                  <a:endCxn id="20" idx="2"/>
                </p:cNvCxnSpPr>
                <p:nvPr/>
              </p:nvCxnSpPr>
              <p:spPr>
                <a:xfrm>
                  <a:off x="2761909" y="1857202"/>
                  <a:ext cx="1778086" cy="2421"/>
                </a:xfrm>
                <a:prstGeom prst="straightConnector1">
                  <a:avLst/>
                </a:prstGeom>
                <a:ln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Connecteur droit avec flèche 22"/>
                <p:cNvCxnSpPr>
                  <a:stCxn id="17" idx="4"/>
                </p:cNvCxnSpPr>
                <p:nvPr/>
              </p:nvCxnSpPr>
              <p:spPr>
                <a:xfrm flipV="1">
                  <a:off x="9800928" y="1857202"/>
                  <a:ext cx="1640261" cy="242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7" name="Organigramme : Disque magnétique 16"/>
              <p:cNvSpPr/>
              <p:nvPr/>
            </p:nvSpPr>
            <p:spPr>
              <a:xfrm>
                <a:off x="6906899" y="4333557"/>
                <a:ext cx="1688970" cy="485113"/>
              </a:xfrm>
              <a:prstGeom prst="flowChartMagneticDisk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mtClean="0">
                    <a:solidFill>
                      <a:schemeClr val="tx1"/>
                    </a:solidFill>
                  </a:rPr>
                  <a:t>Back-end Code</a:t>
                </a:r>
                <a:endParaRPr lang="fr-FR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8" name="Connecteur droit avec flèche 17"/>
              <p:cNvCxnSpPr>
                <a:stCxn id="20" idx="4"/>
                <a:endCxn id="17" idx="2"/>
              </p:cNvCxnSpPr>
              <p:nvPr/>
            </p:nvCxnSpPr>
            <p:spPr>
              <a:xfrm>
                <a:off x="5023906" y="4576114"/>
                <a:ext cx="188299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ZoneTexte 5"/>
            <p:cNvSpPr txBox="1"/>
            <p:nvPr/>
          </p:nvSpPr>
          <p:spPr>
            <a:xfrm>
              <a:off x="9039199" y="5125407"/>
              <a:ext cx="130035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 smtClean="0"/>
                <a:t>Code </a:t>
              </a:r>
            </a:p>
            <a:p>
              <a:r>
                <a:rPr lang="vi-VN" smtClean="0"/>
                <a:t>compilaton</a:t>
              </a:r>
              <a:endParaRPr lang="fr-FR"/>
            </a:p>
          </p:txBody>
        </p:sp>
        <p:sp>
          <p:nvSpPr>
            <p:cNvPr id="7" name="ZoneTexte 6"/>
            <p:cNvSpPr txBox="1"/>
            <p:nvPr/>
          </p:nvSpPr>
          <p:spPr>
            <a:xfrm>
              <a:off x="1884841" y="5091326"/>
              <a:ext cx="187743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 smtClean="0"/>
                <a:t>Model-front-end </a:t>
              </a:r>
            </a:p>
            <a:p>
              <a:r>
                <a:rPr lang="vi-VN" smtClean="0"/>
                <a:t>sync</a:t>
              </a:r>
              <a:endParaRPr lang="fr-FR"/>
            </a:p>
          </p:txBody>
        </p:sp>
        <p:sp>
          <p:nvSpPr>
            <p:cNvPr id="8" name="ZoneTexte 7"/>
            <p:cNvSpPr txBox="1"/>
            <p:nvPr/>
          </p:nvSpPr>
          <p:spPr>
            <a:xfrm>
              <a:off x="5706101" y="5091327"/>
              <a:ext cx="127470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vi-VN" smtClean="0"/>
                <a:t>Back-end </a:t>
              </a:r>
            </a:p>
            <a:p>
              <a:r>
                <a:rPr lang="vi-VN" smtClean="0"/>
                <a:t>generation</a:t>
              </a:r>
              <a:endParaRPr lang="fr-FR"/>
            </a:p>
          </p:txBody>
        </p:sp>
        <p:grpSp>
          <p:nvGrpSpPr>
            <p:cNvPr id="9" name="Groupe 8"/>
            <p:cNvGrpSpPr/>
            <p:nvPr/>
          </p:nvGrpSpPr>
          <p:grpSpPr>
            <a:xfrm>
              <a:off x="800540" y="3379598"/>
              <a:ext cx="7141484" cy="1811799"/>
              <a:chOff x="951370" y="568341"/>
              <a:chExt cx="7141484" cy="1811799"/>
            </a:xfrm>
          </p:grpSpPr>
          <p:pic>
            <p:nvPicPr>
              <p:cNvPr id="10" name="Picture 2" descr="C:\Documents\Slides\architect.jp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51370" y="1124731"/>
                <a:ext cx="705115" cy="62129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" name="Picture 3" descr="C:\Documents\Slides\coder.jpg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246542" y="1164169"/>
                <a:ext cx="705288" cy="581860"/>
              </a:xfrm>
              <a:prstGeom prst="rect">
                <a:avLst/>
              </a:prstGeom>
              <a:noFill/>
              <a:ln>
                <a:solidFill>
                  <a:schemeClr val="accent1">
                    <a:shade val="95000"/>
                    <a:satMod val="105000"/>
                  </a:schemeClr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2" name="Connecteur droit avec flèche 11"/>
              <p:cNvCxnSpPr>
                <a:stCxn id="10" idx="2"/>
              </p:cNvCxnSpPr>
              <p:nvPr/>
            </p:nvCxnSpPr>
            <p:spPr>
              <a:xfrm flipH="1">
                <a:off x="1298221" y="1746029"/>
                <a:ext cx="5707" cy="57825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Connecteur droit avec flèche 12"/>
              <p:cNvCxnSpPr>
                <a:stCxn id="11" idx="2"/>
                <a:endCxn id="20" idx="1"/>
              </p:cNvCxnSpPr>
              <p:nvPr/>
            </p:nvCxnSpPr>
            <p:spPr>
              <a:xfrm>
                <a:off x="4599186" y="1746029"/>
                <a:ext cx="4443" cy="63411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Légende encadrée 1 13"/>
              <p:cNvSpPr/>
              <p:nvPr/>
            </p:nvSpPr>
            <p:spPr>
              <a:xfrm>
                <a:off x="1758423" y="568342"/>
                <a:ext cx="2278916" cy="658616"/>
              </a:xfrm>
              <a:prstGeom prst="borderCallout1">
                <a:avLst>
                  <a:gd name="adj1" fmla="val 101128"/>
                  <a:gd name="adj2" fmla="val 44314"/>
                  <a:gd name="adj3" fmla="val 130728"/>
                  <a:gd name="adj4" fmla="val -4305"/>
                </a:avLst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600" smtClean="0">
                    <a:solidFill>
                      <a:schemeClr val="tx1"/>
                    </a:solidFill>
                  </a:rPr>
                  <a:t>-</a:t>
                </a:r>
                <a:r>
                  <a:rPr lang="vi-VN" sz="1600">
                    <a:solidFill>
                      <a:schemeClr val="tx1"/>
                    </a:solidFill>
                  </a:rPr>
                  <a:t>S</a:t>
                </a:r>
                <a:r>
                  <a:rPr lang="vi-VN" sz="1600" smtClean="0">
                    <a:solidFill>
                      <a:schemeClr val="tx1"/>
                    </a:solidFill>
                  </a:rPr>
                  <a:t>tructure changes</a:t>
                </a:r>
              </a:p>
              <a:p>
                <a:r>
                  <a:rPr lang="vi-VN" sz="1600" smtClean="0">
                    <a:solidFill>
                      <a:schemeClr val="tx1"/>
                    </a:solidFill>
                  </a:rPr>
                  <a:t>-Behavior changes</a:t>
                </a:r>
                <a:endParaRPr lang="fr-FR" sz="1600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Légende encadrée 1 14"/>
              <p:cNvSpPr/>
              <p:nvPr/>
            </p:nvSpPr>
            <p:spPr>
              <a:xfrm>
                <a:off x="5813938" y="568341"/>
                <a:ext cx="2278916" cy="795131"/>
              </a:xfrm>
              <a:prstGeom prst="borderCallout1">
                <a:avLst>
                  <a:gd name="adj1" fmla="val 48170"/>
                  <a:gd name="adj2" fmla="val -360"/>
                  <a:gd name="adj3" fmla="val 127107"/>
                  <a:gd name="adj4" fmla="val -36720"/>
                </a:avLst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600" smtClean="0">
                    <a:solidFill>
                      <a:schemeClr val="tx1"/>
                    </a:solidFill>
                  </a:rPr>
                  <a:t>-</a:t>
                </a:r>
                <a:r>
                  <a:rPr lang="vi-VN" sz="1600" smtClean="0">
                    <a:solidFill>
                      <a:schemeClr val="tx1"/>
                    </a:solidFill>
                  </a:rPr>
                  <a:t>User code changes</a:t>
                </a:r>
              </a:p>
              <a:p>
                <a:r>
                  <a:rPr lang="vi-VN" sz="1600" smtClean="0">
                    <a:solidFill>
                      <a:schemeClr val="tx1"/>
                    </a:solidFill>
                  </a:rPr>
                  <a:t>-Behavior </a:t>
                </a:r>
                <a:r>
                  <a:rPr lang="vi-VN" sz="1600" smtClean="0">
                    <a:solidFill>
                      <a:schemeClr val="tx1"/>
                    </a:solidFill>
                  </a:rPr>
                  <a:t>changes</a:t>
                </a:r>
                <a:endParaRPr lang="en-US" sz="1600" smtClean="0">
                  <a:solidFill>
                    <a:schemeClr val="tx1"/>
                  </a:solidFill>
                </a:endParaRPr>
              </a:p>
              <a:p>
                <a:r>
                  <a:rPr lang="en-US" sz="1600" smtClean="0">
                    <a:solidFill>
                      <a:schemeClr val="tx1"/>
                    </a:solidFill>
                  </a:rPr>
                  <a:t>-Structure changes</a:t>
                </a:r>
                <a:endParaRPr lang="fr-FR" sz="1600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0396178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28</Words>
  <Application>Microsoft Office PowerPoint</Application>
  <PresentationFormat>Grand écran</PresentationFormat>
  <Paragraphs>14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Company>Commissariat à l'Energie Atomique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PHAM Van Cam</dc:creator>
  <cp:lastModifiedBy>PHAM Van Cam</cp:lastModifiedBy>
  <cp:revision>3</cp:revision>
  <dcterms:created xsi:type="dcterms:W3CDTF">2016-08-02T11:10:31Z</dcterms:created>
  <dcterms:modified xsi:type="dcterms:W3CDTF">2016-08-02T11:14:59Z</dcterms:modified>
</cp:coreProperties>
</file>