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56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0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3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3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76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77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7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33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3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92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82B82-764F-42FB-A7D5-3A4EAD066221}" type="datetimeFigureOut">
              <a:rPr lang="fr-FR" smtClean="0"/>
              <a:t>01/08/2016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D5230-36A5-4311-A82E-F79B8FD79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8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172719" y="1163259"/>
            <a:ext cx="3544560" cy="16927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80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def marshall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Operation op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''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</a:p>
          <a:p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size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0" smtClean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«FOR 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InOutParameters»</a:t>
            </a: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{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«p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type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cppType» varName_ASN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«p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name»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BEncAsnContent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pBuffer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varName_ASN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size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sizeof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«p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name»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«ENDFOR»</a:t>
            </a: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send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pBuffer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size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800" b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''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</a:t>
            </a: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80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37" y="2218267"/>
            <a:ext cx="1891064" cy="1123147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006081" y="1229884"/>
            <a:ext cx="2743059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80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/*non generated*/</a:t>
            </a:r>
            <a:endParaRPr lang="fr-FR" sz="80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sum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size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varName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BEncAsnContent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pBuffer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varName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size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sizeof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varName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BEncAsnContent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pBuffer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&amp;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varName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size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+=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800" b="1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sizeof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</a:p>
          <a:p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send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pBuffer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800" b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size</a:t>
            </a:r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800" b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80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3085770" y="3217657"/>
            <a:ext cx="3888000" cy="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377915" y="3025203"/>
            <a:ext cx="11336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smtClean="0"/>
              <a:t>Code generation</a:t>
            </a:r>
            <a:endParaRPr lang="fr-FR" sz="1100"/>
          </a:p>
        </p:txBody>
      </p:sp>
      <p:cxnSp>
        <p:nvCxnSpPr>
          <p:cNvPr id="11" name="Connecteur droit avec flèche 10"/>
          <p:cNvCxnSpPr>
            <a:stCxn id="9" idx="0"/>
            <a:endCxn id="4" idx="2"/>
          </p:cNvCxnSpPr>
          <p:nvPr/>
        </p:nvCxnSpPr>
        <p:spPr>
          <a:xfrm flipV="1">
            <a:off x="4944737" y="2856030"/>
            <a:ext cx="262" cy="16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4947261" y="2836600"/>
            <a:ext cx="10518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smtClean="0"/>
              <a:t>Use template T</a:t>
            </a:r>
            <a:endParaRPr lang="fr-FR" sz="1100"/>
          </a:p>
        </p:txBody>
      </p:sp>
      <p:sp>
        <p:nvSpPr>
          <p:cNvPr id="13" name="ZoneTexte 12"/>
          <p:cNvSpPr txBox="1"/>
          <p:nvPr/>
        </p:nvSpPr>
        <p:spPr>
          <a:xfrm>
            <a:off x="8615964" y="1236140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mtClean="0"/>
              <a:t>Generated code C</a:t>
            </a:r>
            <a:endParaRPr lang="fr-FR" sz="1000"/>
          </a:p>
        </p:txBody>
      </p:sp>
      <p:sp>
        <p:nvSpPr>
          <p:cNvPr id="14" name="ZoneTexte 13"/>
          <p:cNvSpPr txBox="1"/>
          <p:nvPr/>
        </p:nvSpPr>
        <p:spPr>
          <a:xfrm>
            <a:off x="5841311" y="1182993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smtClean="0"/>
              <a:t>Template T</a:t>
            </a:r>
            <a:endParaRPr lang="fr-FR" sz="1100"/>
          </a:p>
        </p:txBody>
      </p:sp>
    </p:spTree>
    <p:extLst>
      <p:ext uri="{BB962C8B-B14F-4D97-AF65-F5344CB8AC3E}">
        <p14:creationId xmlns:p14="http://schemas.microsoft.com/office/powerpoint/2010/main" val="40992992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8</cp:revision>
  <dcterms:created xsi:type="dcterms:W3CDTF">2016-08-01T20:01:52Z</dcterms:created>
  <dcterms:modified xsi:type="dcterms:W3CDTF">2016-08-01T20:35:27Z</dcterms:modified>
</cp:coreProperties>
</file>