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25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82B82-764F-42FB-A7D5-3A4EAD066221}" type="datetimeFigureOut">
              <a:rPr lang="fr-FR" smtClean="0"/>
              <a:t>01/08/2016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D5230-36A5-4311-A82E-F79B8FD799A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27569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82B82-764F-42FB-A7D5-3A4EAD066221}" type="datetimeFigureOut">
              <a:rPr lang="fr-FR" smtClean="0"/>
              <a:t>01/08/2016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D5230-36A5-4311-A82E-F79B8FD799A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63903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82B82-764F-42FB-A7D5-3A4EAD066221}" type="datetimeFigureOut">
              <a:rPr lang="fr-FR" smtClean="0"/>
              <a:t>01/08/2016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D5230-36A5-4311-A82E-F79B8FD799A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6234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82B82-764F-42FB-A7D5-3A4EAD066221}" type="datetimeFigureOut">
              <a:rPr lang="fr-FR" smtClean="0"/>
              <a:t>01/08/2016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D5230-36A5-4311-A82E-F79B8FD799A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832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82B82-764F-42FB-A7D5-3A4EAD066221}" type="datetimeFigureOut">
              <a:rPr lang="fr-FR" smtClean="0"/>
              <a:t>01/08/2016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D5230-36A5-4311-A82E-F79B8FD799A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404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82B82-764F-42FB-A7D5-3A4EAD066221}" type="datetimeFigureOut">
              <a:rPr lang="fr-FR" smtClean="0"/>
              <a:t>01/08/2016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D5230-36A5-4311-A82E-F79B8FD799A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5760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82B82-764F-42FB-A7D5-3A4EAD066221}" type="datetimeFigureOut">
              <a:rPr lang="fr-FR" smtClean="0"/>
              <a:t>01/08/2016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D5230-36A5-4311-A82E-F79B8FD799A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87779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82B82-764F-42FB-A7D5-3A4EAD066221}" type="datetimeFigureOut">
              <a:rPr lang="fr-FR" smtClean="0"/>
              <a:t>01/08/2016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D5230-36A5-4311-A82E-F79B8FD799A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971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82B82-764F-42FB-A7D5-3A4EAD066221}" type="datetimeFigureOut">
              <a:rPr lang="fr-FR" smtClean="0"/>
              <a:t>01/08/2016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D5230-36A5-4311-A82E-F79B8FD799A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2337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82B82-764F-42FB-A7D5-3A4EAD066221}" type="datetimeFigureOut">
              <a:rPr lang="fr-FR" smtClean="0"/>
              <a:t>01/08/2016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D5230-36A5-4311-A82E-F79B8FD799A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0362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82B82-764F-42FB-A7D5-3A4EAD066221}" type="datetimeFigureOut">
              <a:rPr lang="fr-FR" smtClean="0"/>
              <a:t>01/08/2016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D5230-36A5-4311-A82E-F79B8FD799A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5923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982B82-764F-42FB-A7D5-3A4EAD066221}" type="datetimeFigureOut">
              <a:rPr lang="fr-FR" smtClean="0"/>
              <a:t>01/08/2016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8D5230-36A5-4311-A82E-F79B8FD799A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0481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/>
          <p:cNvGrpSpPr/>
          <p:nvPr/>
        </p:nvGrpSpPr>
        <p:grpSpPr>
          <a:xfrm>
            <a:off x="-2283" y="-50802"/>
            <a:ext cx="2611118" cy="2728458"/>
            <a:chOff x="3172719" y="1112457"/>
            <a:chExt cx="2611118" cy="2728458"/>
          </a:xfrm>
        </p:grpSpPr>
        <p:sp>
          <p:nvSpPr>
            <p:cNvPr id="4" name="ZoneTexte 3"/>
            <p:cNvSpPr txBox="1"/>
            <p:nvPr/>
          </p:nvSpPr>
          <p:spPr>
            <a:xfrm>
              <a:off x="3172719" y="1163259"/>
              <a:ext cx="2560316" cy="2677656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fr-FR" sz="800">
                  <a:solidFill>
                    <a:srgbClr val="008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/*@non generated*/</a:t>
              </a:r>
              <a:endParaRPr lang="fr-FR" sz="80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endParaRPr>
            </a:p>
            <a:p>
              <a:r>
                <a:rPr lang="fr-FR" sz="800">
                  <a:solidFill>
                    <a:srgbClr val="8000FF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int</a:t>
              </a:r>
              <a:r>
                <a:rPr lang="fr-FR" sz="80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sum</a:t>
              </a:r>
              <a:r>
                <a:rPr lang="fr-FR" sz="800" b="1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(</a:t>
              </a:r>
              <a:r>
                <a:rPr lang="fr-FR" sz="800">
                  <a:solidFill>
                    <a:srgbClr val="8000FF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int</a:t>
              </a:r>
              <a:r>
                <a:rPr lang="fr-FR" sz="80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a</a:t>
              </a:r>
              <a:r>
                <a:rPr lang="fr-FR" sz="800" b="1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,</a:t>
              </a:r>
              <a:r>
                <a:rPr lang="fr-FR" sz="80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</a:t>
              </a:r>
              <a:r>
                <a:rPr lang="fr-FR" sz="800">
                  <a:solidFill>
                    <a:srgbClr val="8000FF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int</a:t>
              </a:r>
              <a:r>
                <a:rPr lang="fr-FR" sz="80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b</a:t>
              </a:r>
              <a:r>
                <a:rPr lang="fr-FR" sz="800" b="1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,</a:t>
              </a:r>
              <a:r>
                <a:rPr lang="fr-FR" sz="800" b="1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</a:t>
              </a:r>
              <a:r>
                <a:rPr lang="fr-FR" sz="800" b="1">
                  <a:solidFill>
                    <a:srgbClr val="8000FF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int</a:t>
              </a:r>
              <a:r>
                <a:rPr lang="fr-FR" sz="800" b="1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c</a:t>
              </a:r>
              <a:r>
                <a:rPr lang="fr-FR" sz="800" b="1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)</a:t>
              </a:r>
              <a:r>
                <a:rPr lang="fr-FR" sz="80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</a:t>
              </a:r>
              <a:r>
                <a:rPr lang="fr-FR" sz="800" b="1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{</a:t>
              </a:r>
              <a:endParaRPr lang="fr-FR" sz="80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endParaRPr>
            </a:p>
            <a:p>
              <a:r>
                <a:rPr lang="fr-FR" sz="80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  </a:t>
              </a:r>
              <a:r>
                <a:rPr lang="fr-FR" sz="800" smtClean="0">
                  <a:solidFill>
                    <a:srgbClr val="8000FF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int</a:t>
              </a:r>
              <a:r>
                <a:rPr lang="fr-FR" sz="80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</a:t>
              </a:r>
              <a:r>
                <a:rPr lang="fr-FR" sz="80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size</a:t>
              </a:r>
              <a:r>
                <a:rPr lang="fr-FR" sz="800" b="1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;</a:t>
              </a:r>
              <a:endParaRPr lang="fr-FR" sz="80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endParaRPr>
            </a:p>
            <a:p>
              <a:r>
                <a:rPr lang="fr-FR" sz="800" b="1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  {</a:t>
              </a:r>
              <a:endParaRPr lang="fr-FR" sz="80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endParaRPr>
            </a:p>
            <a:p>
              <a:r>
                <a:rPr lang="fr-FR" sz="800" smtClean="0">
                  <a:solidFill>
                    <a:srgbClr val="8000FF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     int</a:t>
              </a:r>
              <a:r>
                <a:rPr lang="fr-FR" sz="80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</a:t>
              </a:r>
              <a:r>
                <a:rPr lang="fr-FR" sz="80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varName </a:t>
              </a:r>
              <a:r>
                <a:rPr lang="fr-FR" sz="800" b="1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=</a:t>
              </a:r>
              <a:r>
                <a:rPr lang="fr-FR" sz="80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a</a:t>
              </a:r>
              <a:r>
                <a:rPr lang="fr-FR" sz="800" b="1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;</a:t>
              </a:r>
              <a:endParaRPr lang="fr-FR" sz="80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endParaRPr>
            </a:p>
            <a:p>
              <a:r>
                <a:rPr lang="fr-FR" sz="80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     </a:t>
              </a:r>
              <a:r>
                <a:rPr lang="fr-FR" sz="800" b="1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AnsiMarshall</a:t>
              </a:r>
              <a:r>
                <a:rPr lang="fr-FR" sz="800" b="1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(&amp;</a:t>
              </a:r>
              <a:r>
                <a:rPr lang="fr-FR" sz="80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pBuffer</a:t>
              </a:r>
              <a:r>
                <a:rPr lang="fr-FR" sz="800" b="1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,</a:t>
              </a:r>
              <a:r>
                <a:rPr lang="fr-FR" sz="80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</a:t>
              </a:r>
              <a:r>
                <a:rPr lang="fr-FR" sz="800" b="1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&amp;</a:t>
              </a:r>
              <a:r>
                <a:rPr lang="fr-FR" sz="80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varName</a:t>
              </a:r>
              <a:r>
                <a:rPr lang="fr-FR" sz="800" b="1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);</a:t>
              </a:r>
              <a:endParaRPr lang="fr-FR" sz="80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endParaRPr>
            </a:p>
            <a:p>
              <a:r>
                <a:rPr lang="fr-FR" sz="80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     size </a:t>
              </a:r>
              <a:r>
                <a:rPr lang="fr-FR" sz="800" b="1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+=</a:t>
              </a:r>
              <a:r>
                <a:rPr lang="fr-FR" sz="80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</a:t>
              </a:r>
              <a:r>
                <a:rPr lang="fr-FR" sz="800" b="1">
                  <a:solidFill>
                    <a:srgbClr val="0000FF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sizeof</a:t>
              </a:r>
              <a:r>
                <a:rPr lang="fr-FR" sz="800" b="1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(</a:t>
              </a:r>
              <a:r>
                <a:rPr lang="fr-FR" sz="80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a</a:t>
              </a:r>
              <a:r>
                <a:rPr lang="fr-FR" sz="800" b="1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);</a:t>
              </a:r>
              <a:endParaRPr lang="fr-FR" sz="80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endParaRPr>
            </a:p>
            <a:p>
              <a:r>
                <a:rPr lang="fr-FR" sz="800" b="1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  }</a:t>
              </a:r>
              <a:endParaRPr lang="fr-FR" sz="80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endParaRPr>
            </a:p>
            <a:p>
              <a:r>
                <a:rPr lang="fr-FR" sz="800" b="1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  {</a:t>
              </a:r>
              <a:endParaRPr lang="fr-FR" sz="80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endParaRPr>
            </a:p>
            <a:p>
              <a:r>
                <a:rPr lang="fr-FR" sz="800" smtClean="0">
                  <a:solidFill>
                    <a:srgbClr val="8000FF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     int</a:t>
              </a:r>
              <a:r>
                <a:rPr lang="fr-FR" sz="80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</a:t>
              </a:r>
              <a:r>
                <a:rPr lang="fr-FR" sz="80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varName </a:t>
              </a:r>
              <a:r>
                <a:rPr lang="fr-FR" sz="800" b="1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=</a:t>
              </a:r>
              <a:r>
                <a:rPr lang="fr-FR" sz="80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b</a:t>
              </a:r>
              <a:r>
                <a:rPr lang="fr-FR" sz="800" b="1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;</a:t>
              </a:r>
              <a:endParaRPr lang="fr-FR" sz="80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endParaRPr>
            </a:p>
            <a:p>
              <a:r>
                <a:rPr lang="fr-FR" sz="80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     </a:t>
              </a:r>
              <a:r>
                <a:rPr lang="fr-FR" sz="800" b="1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AnsiMarshall</a:t>
              </a:r>
              <a:r>
                <a:rPr lang="fr-FR" sz="800" b="1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(&amp;</a:t>
              </a:r>
              <a:r>
                <a:rPr lang="fr-FR" sz="80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pBuffer</a:t>
              </a:r>
              <a:r>
                <a:rPr lang="fr-FR" sz="800" b="1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,</a:t>
              </a:r>
              <a:r>
                <a:rPr lang="fr-FR" sz="80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</a:t>
              </a:r>
              <a:r>
                <a:rPr lang="fr-FR" sz="800" b="1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&amp;</a:t>
              </a:r>
              <a:r>
                <a:rPr lang="fr-FR" sz="80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varName</a:t>
              </a:r>
              <a:r>
                <a:rPr lang="fr-FR" sz="800" b="1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);</a:t>
              </a:r>
              <a:endParaRPr lang="fr-FR" sz="80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endParaRPr>
            </a:p>
            <a:p>
              <a:r>
                <a:rPr lang="fr-FR" sz="80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     size </a:t>
              </a:r>
              <a:r>
                <a:rPr lang="fr-FR" sz="800" b="1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+=</a:t>
              </a:r>
              <a:r>
                <a:rPr lang="fr-FR" sz="80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</a:t>
              </a:r>
              <a:r>
                <a:rPr lang="fr-FR" sz="800" b="1">
                  <a:solidFill>
                    <a:srgbClr val="0000FF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sizeof</a:t>
              </a:r>
              <a:r>
                <a:rPr lang="fr-FR" sz="800" b="1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(</a:t>
              </a:r>
              <a:r>
                <a:rPr lang="fr-FR" sz="80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b</a:t>
              </a:r>
              <a:r>
                <a:rPr lang="fr-FR" sz="800" b="1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);</a:t>
              </a:r>
              <a:endParaRPr lang="fr-FR" sz="80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endParaRPr>
            </a:p>
            <a:p>
              <a:r>
                <a:rPr lang="fr-FR" sz="800" b="1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  }</a:t>
              </a:r>
              <a:endParaRPr lang="fr-FR" sz="80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endParaRPr>
            </a:p>
            <a:p>
              <a:r>
                <a:rPr lang="fr-FR" sz="800" b="1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  {</a:t>
              </a:r>
              <a:endParaRPr lang="fr-FR" sz="80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endParaRPr>
            </a:p>
            <a:p>
              <a:r>
                <a:rPr lang="fr-FR" sz="800" smtClean="0">
                  <a:solidFill>
                    <a:srgbClr val="8000FF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     int</a:t>
              </a:r>
              <a:r>
                <a:rPr lang="fr-FR" sz="80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</a:t>
              </a:r>
              <a:r>
                <a:rPr lang="fr-FR" sz="80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varName </a:t>
              </a:r>
              <a:r>
                <a:rPr lang="fr-FR" sz="800" b="1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=</a:t>
              </a:r>
              <a:r>
                <a:rPr lang="fr-FR" sz="80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c</a:t>
              </a:r>
              <a:r>
                <a:rPr lang="fr-FR" sz="800" b="1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;</a:t>
              </a:r>
              <a:endParaRPr lang="fr-FR" sz="80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endParaRPr>
            </a:p>
            <a:p>
              <a:r>
                <a:rPr lang="fr-FR" sz="80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     </a:t>
              </a:r>
              <a:r>
                <a:rPr lang="fr-FR" sz="800" b="1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AnsiMarshall</a:t>
              </a:r>
              <a:r>
                <a:rPr lang="fr-FR" sz="800" b="1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(&amp;</a:t>
              </a:r>
              <a:r>
                <a:rPr lang="fr-FR" sz="80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pBuffer</a:t>
              </a:r>
              <a:r>
                <a:rPr lang="fr-FR" sz="800" b="1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,</a:t>
              </a:r>
              <a:r>
                <a:rPr lang="fr-FR" sz="80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</a:t>
              </a:r>
              <a:r>
                <a:rPr lang="fr-FR" sz="800" b="1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&amp;</a:t>
              </a:r>
              <a:r>
                <a:rPr lang="fr-FR" sz="80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varName</a:t>
              </a:r>
              <a:r>
                <a:rPr lang="fr-FR" sz="800" b="1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);</a:t>
              </a:r>
              <a:endParaRPr lang="fr-FR" sz="80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endParaRPr>
            </a:p>
            <a:p>
              <a:r>
                <a:rPr lang="fr-FR" sz="80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     size </a:t>
              </a:r>
              <a:r>
                <a:rPr lang="fr-FR" sz="800" b="1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+=</a:t>
              </a:r>
              <a:r>
                <a:rPr lang="fr-FR" sz="80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</a:t>
              </a:r>
              <a:r>
                <a:rPr lang="fr-FR" sz="800" b="1">
                  <a:solidFill>
                    <a:srgbClr val="0000FF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sizeof</a:t>
              </a:r>
              <a:r>
                <a:rPr lang="fr-FR" sz="800" b="1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(</a:t>
              </a:r>
              <a:r>
                <a:rPr lang="fr-FR" sz="80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c</a:t>
              </a:r>
              <a:r>
                <a:rPr lang="fr-FR" sz="800" b="1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);</a:t>
              </a:r>
              <a:endParaRPr lang="fr-FR" sz="80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endParaRPr>
            </a:p>
            <a:p>
              <a:r>
                <a:rPr lang="fr-FR" sz="800" b="1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  }</a:t>
              </a:r>
              <a:endParaRPr lang="fr-FR" sz="80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endParaRPr>
            </a:p>
            <a:p>
              <a:r>
                <a:rPr lang="fr-FR" sz="80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  </a:t>
              </a:r>
              <a:r>
                <a:rPr lang="fr-FR" sz="800" b="1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size </a:t>
              </a:r>
              <a:r>
                <a:rPr lang="fr-FR" sz="800" b="1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=</a:t>
              </a:r>
              <a:r>
                <a:rPr lang="fr-FR" sz="800" b="1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size </a:t>
              </a:r>
              <a:r>
                <a:rPr lang="fr-FR" sz="800" b="1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+</a:t>
              </a:r>
              <a:r>
                <a:rPr lang="fr-FR" sz="800" b="1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</a:t>
              </a:r>
              <a:r>
                <a:rPr lang="fr-FR" sz="800" b="1">
                  <a:solidFill>
                    <a:srgbClr val="FF8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3</a:t>
              </a:r>
              <a:r>
                <a:rPr lang="fr-FR" sz="800" b="1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;</a:t>
              </a:r>
              <a:endParaRPr lang="fr-FR" sz="800" b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endParaRPr>
            </a:p>
            <a:p>
              <a:r>
                <a:rPr lang="fr-FR" sz="80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  send</a:t>
              </a:r>
              <a:r>
                <a:rPr lang="fr-FR" sz="800" b="1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(</a:t>
              </a:r>
              <a:r>
                <a:rPr lang="fr-FR" sz="80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pBuffer</a:t>
              </a:r>
              <a:r>
                <a:rPr lang="fr-FR" sz="800" b="1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,</a:t>
              </a:r>
              <a:r>
                <a:rPr lang="fr-FR" sz="80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size</a:t>
              </a:r>
              <a:r>
                <a:rPr lang="fr-FR" sz="800" b="1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);</a:t>
              </a:r>
              <a:endParaRPr lang="fr-FR" sz="80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endParaRPr>
            </a:p>
            <a:p>
              <a:r>
                <a:rPr lang="fr-FR" sz="800" b="1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}</a:t>
              </a:r>
              <a:endParaRPr lang="fr-FR" sz="800"/>
            </a:p>
          </p:txBody>
        </p:sp>
        <p:sp>
          <p:nvSpPr>
            <p:cNvPr id="14" name="ZoneTexte 13"/>
            <p:cNvSpPr txBox="1"/>
            <p:nvPr/>
          </p:nvSpPr>
          <p:spPr>
            <a:xfrm>
              <a:off x="4956366" y="1112457"/>
              <a:ext cx="82747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smtClean="0"/>
                <a:t>Template T</a:t>
              </a:r>
              <a:endParaRPr lang="fr-FR" sz="1100"/>
            </a:p>
          </p:txBody>
        </p:sp>
      </p:grpSp>
    </p:spTree>
    <p:extLst>
      <p:ext uri="{BB962C8B-B14F-4D97-AF65-F5344CB8AC3E}">
        <p14:creationId xmlns:p14="http://schemas.microsoft.com/office/powerpoint/2010/main" val="409929925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103</Words>
  <Application>Microsoft Office PowerPoint</Application>
  <PresentationFormat>Grand écran</PresentationFormat>
  <Paragraphs>22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Courier New</vt:lpstr>
      <vt:lpstr>Thème Office</vt:lpstr>
      <vt:lpstr>Présentation PowerPoint</vt:lpstr>
    </vt:vector>
  </TitlesOfParts>
  <Company>Commissariat à l'Energie Atomique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PHAM Van Cam</dc:creator>
  <cp:lastModifiedBy>PHAM Van Cam</cp:lastModifiedBy>
  <cp:revision>11</cp:revision>
  <dcterms:created xsi:type="dcterms:W3CDTF">2016-08-01T20:01:52Z</dcterms:created>
  <dcterms:modified xsi:type="dcterms:W3CDTF">2016-08-01T21:00:40Z</dcterms:modified>
</cp:coreProperties>
</file>