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9150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935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21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30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860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6444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4922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8095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477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099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351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40910-8EE8-4069-A6EB-E667CA53D4EC}" type="datetimeFigureOut">
              <a:rPr lang="fr-FR" smtClean="0"/>
              <a:t>07/06/2016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31C2D-B184-42B9-9952-5D2DE48416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759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984798" y="1566403"/>
            <a:ext cx="1557298" cy="43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State Machine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25882" y="1566403"/>
            <a:ext cx="1557298" cy="43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State Machine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30065" y="1566402"/>
            <a:ext cx="1557298" cy="43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State Machine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84798" y="3220344"/>
            <a:ext cx="1557298" cy="43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Code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225882" y="3220343"/>
            <a:ext cx="1557298" cy="43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Code</a:t>
            </a:r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30065" y="3220342"/>
            <a:ext cx="1557298" cy="4366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Code</a:t>
            </a:r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11" name="Connecteur droit avec flèche 10"/>
          <p:cNvCxnSpPr/>
          <p:nvPr/>
        </p:nvCxnSpPr>
        <p:spPr>
          <a:xfrm>
            <a:off x="3109957" y="2003008"/>
            <a:ext cx="0" cy="1217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4436640" y="2003008"/>
            <a:ext cx="0" cy="12173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/>
          <p:cNvCxnSpPr/>
          <p:nvPr/>
        </p:nvCxnSpPr>
        <p:spPr>
          <a:xfrm>
            <a:off x="5551565" y="2003006"/>
            <a:ext cx="0" cy="1217336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4407220" y="2414407"/>
            <a:ext cx="11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Round-trip</a:t>
            </a:r>
            <a:endParaRPr lang="fr-FR"/>
          </a:p>
        </p:txBody>
      </p:sp>
      <p:sp>
        <p:nvSpPr>
          <p:cNvPr id="20" name="ZoneTexte 19"/>
          <p:cNvSpPr txBox="1"/>
          <p:nvPr/>
        </p:nvSpPr>
        <p:spPr>
          <a:xfrm>
            <a:off x="1920729" y="2271040"/>
            <a:ext cx="12405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Code </a:t>
            </a:r>
            <a:br>
              <a:rPr lang="en-US" smtClean="0"/>
            </a:br>
            <a:r>
              <a:rPr lang="en-US" smtClean="0"/>
              <a:t>Generation</a:t>
            </a:r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6430065" y="2460572"/>
            <a:ext cx="1557298" cy="532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Intermediate DSL</a:t>
            </a:r>
            <a:endParaRPr lang="fr-FR">
              <a:solidFill>
                <a:schemeClr val="tx1"/>
              </a:solidFill>
            </a:endParaRPr>
          </a:p>
        </p:txBody>
      </p:sp>
      <p:cxnSp>
        <p:nvCxnSpPr>
          <p:cNvPr id="23" name="Connecteur droit avec flèche 22"/>
          <p:cNvCxnSpPr>
            <a:stCxn id="21" idx="2"/>
            <a:endCxn id="9" idx="0"/>
          </p:cNvCxnSpPr>
          <p:nvPr/>
        </p:nvCxnSpPr>
        <p:spPr>
          <a:xfrm>
            <a:off x="7208714" y="2993457"/>
            <a:ext cx="0" cy="2268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>
            <a:off x="6640821" y="2003007"/>
            <a:ext cx="0" cy="4575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/>
          <p:cNvCxnSpPr/>
          <p:nvPr/>
        </p:nvCxnSpPr>
        <p:spPr>
          <a:xfrm>
            <a:off x="7755746" y="2003006"/>
            <a:ext cx="0" cy="457565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ZoneTexte 27"/>
          <p:cNvSpPr txBox="1"/>
          <p:nvPr/>
        </p:nvSpPr>
        <p:spPr>
          <a:xfrm>
            <a:off x="6621571" y="2037927"/>
            <a:ext cx="1194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Round-trip</a:t>
            </a:r>
            <a:endParaRPr lang="fr-FR"/>
          </a:p>
        </p:txBody>
      </p:sp>
      <p:sp>
        <p:nvSpPr>
          <p:cNvPr id="31" name="ZoneTexte 30"/>
          <p:cNvSpPr txBox="1"/>
          <p:nvPr/>
        </p:nvSpPr>
        <p:spPr>
          <a:xfrm>
            <a:off x="2454443" y="3656947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(a)</a:t>
            </a:r>
            <a:endParaRPr lang="fr-FR"/>
          </a:p>
        </p:txBody>
      </p:sp>
      <p:sp>
        <p:nvSpPr>
          <p:cNvPr id="32" name="ZoneTexte 31"/>
          <p:cNvSpPr txBox="1"/>
          <p:nvPr/>
        </p:nvSpPr>
        <p:spPr>
          <a:xfrm>
            <a:off x="4813619" y="3631742"/>
            <a:ext cx="447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(b)</a:t>
            </a:r>
            <a:endParaRPr lang="fr-FR"/>
          </a:p>
        </p:txBody>
      </p:sp>
      <p:sp>
        <p:nvSpPr>
          <p:cNvPr id="33" name="ZoneTexte 32"/>
          <p:cNvSpPr txBox="1"/>
          <p:nvPr/>
        </p:nvSpPr>
        <p:spPr>
          <a:xfrm>
            <a:off x="7017182" y="3631742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(c)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7576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</Words>
  <Application>Microsoft Office PowerPoint</Application>
  <PresentationFormat>Grand écran</PresentationFormat>
  <Paragraphs>13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3</cp:revision>
  <dcterms:created xsi:type="dcterms:W3CDTF">2016-06-07T14:13:29Z</dcterms:created>
  <dcterms:modified xsi:type="dcterms:W3CDTF">2016-06-07T14:53:34Z</dcterms:modified>
</cp:coreProperties>
</file>