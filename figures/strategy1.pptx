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315" r:id="rId2"/>
  </p:sldIdLst>
  <p:sldSz cx="6832600" cy="1346200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2336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46735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70102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9347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1168375" algn="l" defTabSz="46735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1402050" algn="l" defTabSz="46735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1635724" algn="l" defTabSz="46735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1869399" algn="l" defTabSz="46735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24" userDrawn="1">
          <p15:clr>
            <a:srgbClr val="A4A3A4"/>
          </p15:clr>
        </p15:guide>
        <p15:guide id="2" pos="21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 Shuai" initials="SL" lastIdx="7" clrIdx="0"/>
  <p:cmAuthor id="1" name="RADERMACHER Ansgar 206501" initials="RA2" lastIdx="1" clrIdx="1">
    <p:extLst>
      <p:ext uri="{19B8F6BF-5375-455C-9EA6-DF929625EA0E}">
        <p15:presenceInfo xmlns:p15="http://schemas.microsoft.com/office/powerpoint/2012/main" userId="S-1-5-21-1801674531-299502267-839522115-4085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  <a:srgbClr val="CC9900"/>
    <a:srgbClr val="9999FF"/>
    <a:srgbClr val="C7E4FF"/>
    <a:srgbClr val="FE7900"/>
    <a:srgbClr val="E9F3CE"/>
    <a:srgbClr val="D2FEC4"/>
    <a:srgbClr val="C9F651"/>
    <a:srgbClr val="EDFCC5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69" autoAdjust="0"/>
    <p:restoredTop sz="84067" autoAdjust="0"/>
  </p:normalViewPr>
  <p:slideViewPr>
    <p:cSldViewPr>
      <p:cViewPr varScale="1">
        <p:scale>
          <a:sx n="250" d="100"/>
          <a:sy n="250" d="100"/>
        </p:scale>
        <p:origin x="154" y="1363"/>
      </p:cViewPr>
      <p:guideLst>
        <p:guide orient="horz" pos="424"/>
        <p:guide pos="2152"/>
      </p:guideLst>
    </p:cSldViewPr>
  </p:slideViewPr>
  <p:outlineViewPr>
    <p:cViewPr>
      <p:scale>
        <a:sx n="33" d="100"/>
        <a:sy n="33" d="100"/>
      </p:scale>
      <p:origin x="0" y="122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8" d="100"/>
          <a:sy n="98" d="100"/>
        </p:scale>
        <p:origin x="-3974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5AE9CA-C14B-4E19-97C9-513406ADC593}" type="datetimeFigureOut">
              <a:rPr lang="fr-FR" smtClean="0"/>
              <a:t>26/04/2016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E359AC-EB57-4019-BE17-C972272DD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63216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0300910-25D8-4791-9138-E02902FF6C5D}" type="datetimeFigureOut">
              <a:rPr lang="fr-FR"/>
              <a:pPr>
                <a:defRPr/>
              </a:pPr>
              <a:t>26/04/2016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5272088" y="685800"/>
            <a:ext cx="17402176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noProof="0" smtClean="0"/>
              <a:t>Modifiez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5097153-1DDC-4F13-94F9-FB75DB92492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99282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613" kern="1200">
        <a:solidFill>
          <a:schemeClr val="tx1"/>
        </a:solidFill>
        <a:latin typeface="+mn-lt"/>
        <a:ea typeface="+mn-ea"/>
        <a:cs typeface="+mn-cs"/>
      </a:defRPr>
    </a:lvl1pPr>
    <a:lvl2pPr marL="233675" algn="l" rtl="0" eaLnBrk="0" fontAlgn="base" hangingPunct="0">
      <a:spcBef>
        <a:spcPct val="30000"/>
      </a:spcBef>
      <a:spcAft>
        <a:spcPct val="0"/>
      </a:spcAft>
      <a:defRPr sz="613" kern="1200">
        <a:solidFill>
          <a:schemeClr val="tx1"/>
        </a:solidFill>
        <a:latin typeface="+mn-lt"/>
        <a:ea typeface="+mn-ea"/>
        <a:cs typeface="+mn-cs"/>
      </a:defRPr>
    </a:lvl2pPr>
    <a:lvl3pPr marL="467350" algn="l" rtl="0" eaLnBrk="0" fontAlgn="base" hangingPunct="0">
      <a:spcBef>
        <a:spcPct val="30000"/>
      </a:spcBef>
      <a:spcAft>
        <a:spcPct val="0"/>
      </a:spcAft>
      <a:defRPr sz="613" kern="1200">
        <a:solidFill>
          <a:schemeClr val="tx1"/>
        </a:solidFill>
        <a:latin typeface="+mn-lt"/>
        <a:ea typeface="+mn-ea"/>
        <a:cs typeface="+mn-cs"/>
      </a:defRPr>
    </a:lvl3pPr>
    <a:lvl4pPr marL="701025" algn="l" rtl="0" eaLnBrk="0" fontAlgn="base" hangingPunct="0">
      <a:spcBef>
        <a:spcPct val="30000"/>
      </a:spcBef>
      <a:spcAft>
        <a:spcPct val="0"/>
      </a:spcAft>
      <a:defRPr sz="613" kern="1200">
        <a:solidFill>
          <a:schemeClr val="tx1"/>
        </a:solidFill>
        <a:latin typeface="+mn-lt"/>
        <a:ea typeface="+mn-ea"/>
        <a:cs typeface="+mn-cs"/>
      </a:defRPr>
    </a:lvl4pPr>
    <a:lvl5pPr marL="934700" algn="l" rtl="0" eaLnBrk="0" fontAlgn="base" hangingPunct="0">
      <a:spcBef>
        <a:spcPct val="30000"/>
      </a:spcBef>
      <a:spcAft>
        <a:spcPct val="0"/>
      </a:spcAft>
      <a:defRPr sz="613" kern="1200">
        <a:solidFill>
          <a:schemeClr val="tx1"/>
        </a:solidFill>
        <a:latin typeface="+mn-lt"/>
        <a:ea typeface="+mn-ea"/>
        <a:cs typeface="+mn-cs"/>
      </a:defRPr>
    </a:lvl5pPr>
    <a:lvl6pPr marL="1168375" algn="l" defTabSz="467350" rtl="0" eaLnBrk="1" latinLnBrk="0" hangingPunct="1">
      <a:defRPr sz="613" kern="1200">
        <a:solidFill>
          <a:schemeClr val="tx1"/>
        </a:solidFill>
        <a:latin typeface="+mn-lt"/>
        <a:ea typeface="+mn-ea"/>
        <a:cs typeface="+mn-cs"/>
      </a:defRPr>
    </a:lvl6pPr>
    <a:lvl7pPr marL="1402050" algn="l" defTabSz="467350" rtl="0" eaLnBrk="1" latinLnBrk="0" hangingPunct="1">
      <a:defRPr sz="613" kern="1200">
        <a:solidFill>
          <a:schemeClr val="tx1"/>
        </a:solidFill>
        <a:latin typeface="+mn-lt"/>
        <a:ea typeface="+mn-ea"/>
        <a:cs typeface="+mn-cs"/>
      </a:defRPr>
    </a:lvl7pPr>
    <a:lvl8pPr marL="1635724" algn="l" defTabSz="467350" rtl="0" eaLnBrk="1" latinLnBrk="0" hangingPunct="1">
      <a:defRPr sz="613" kern="1200">
        <a:solidFill>
          <a:schemeClr val="tx1"/>
        </a:solidFill>
        <a:latin typeface="+mn-lt"/>
        <a:ea typeface="+mn-ea"/>
        <a:cs typeface="+mn-cs"/>
      </a:defRPr>
    </a:lvl8pPr>
    <a:lvl9pPr marL="1869399" algn="l" defTabSz="467350" rtl="0" eaLnBrk="1" latinLnBrk="0" hangingPunct="1">
      <a:defRPr sz="61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5272088" y="685800"/>
            <a:ext cx="17402176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97153-1DDC-4F13-94F9-FB75DB92492A}" type="slidenum">
              <a:rPr lang="fr-FR" smtClean="0"/>
              <a:pPr>
                <a:defRPr/>
              </a:pPr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3762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1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124512" cy="1351498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pic>
        <p:nvPicPr>
          <p:cNvPr id="4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57" y="1003729"/>
            <a:ext cx="843399" cy="74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124512" y="1323452"/>
            <a:ext cx="4708088" cy="28046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6" name="Imag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74" y="200372"/>
            <a:ext cx="1788813" cy="1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020" y="1244924"/>
            <a:ext cx="591922" cy="47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1" descr="Logo_IC_CEA_LIST_carre.jp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2179078" y="1240561"/>
            <a:ext cx="553962" cy="61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286376" y="305593"/>
            <a:ext cx="4412089" cy="520937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3800"/>
              </a:lnSpc>
              <a:defRPr sz="2800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0" name="Espace réservé du pied de page 12"/>
          <p:cNvSpPr>
            <a:spLocks noGrp="1"/>
          </p:cNvSpPr>
          <p:nvPr>
            <p:ph type="ftr" sz="quarter" idx="10"/>
          </p:nvPr>
        </p:nvSpPr>
        <p:spPr>
          <a:xfrm>
            <a:off x="2285837" y="828599"/>
            <a:ext cx="4412721" cy="310997"/>
          </a:xfrm>
          <a:prstGeom prst="rect">
            <a:avLst/>
          </a:prstGeom>
        </p:spPr>
        <p:txBody>
          <a:bodyPr anchor="ctr" anchorCtr="0"/>
          <a:lstStyle>
            <a:lvl1pPr algn="l">
              <a:defRPr sz="1400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98470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2 visuel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2124512" cy="1351498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2124512" y="1323452"/>
            <a:ext cx="4708088" cy="28046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6" name="Imag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74" y="200372"/>
            <a:ext cx="1788813" cy="1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57" y="1003729"/>
            <a:ext cx="843399" cy="74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4571" y="1239938"/>
            <a:ext cx="591922" cy="47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 11" descr="Logo_IC_CEA_LIST_carre.jp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2138747" y="1233705"/>
            <a:ext cx="553962" cy="61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Espace réservé pour une image  11"/>
          <p:cNvSpPr>
            <a:spLocks noGrp="1"/>
          </p:cNvSpPr>
          <p:nvPr>
            <p:ph type="pic" sz="quarter" idx="14"/>
          </p:nvPr>
        </p:nvSpPr>
        <p:spPr>
          <a:xfrm>
            <a:off x="2124957" y="795358"/>
            <a:ext cx="4707642" cy="416933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3" name="Titre 1"/>
          <p:cNvSpPr>
            <a:spLocks noGrp="1"/>
          </p:cNvSpPr>
          <p:nvPr>
            <p:ph type="ctrTitle"/>
          </p:nvPr>
        </p:nvSpPr>
        <p:spPr>
          <a:xfrm>
            <a:off x="2286376" y="305593"/>
            <a:ext cx="4412089" cy="395777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3800"/>
              </a:lnSpc>
              <a:defRPr sz="2800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du pied de page 12"/>
          <p:cNvSpPr>
            <a:spLocks noGrp="1"/>
          </p:cNvSpPr>
          <p:nvPr>
            <p:ph type="ftr" sz="quarter" idx="15"/>
          </p:nvPr>
        </p:nvSpPr>
        <p:spPr>
          <a:xfrm>
            <a:off x="2285837" y="701458"/>
            <a:ext cx="4412721" cy="56403"/>
          </a:xfrm>
          <a:prstGeom prst="rect">
            <a:avLst/>
          </a:prstGeom>
        </p:spPr>
        <p:txBody>
          <a:bodyPr/>
          <a:lstStyle>
            <a:lvl1pPr algn="l">
              <a:defRPr sz="1400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6052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3 visuel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2124512" cy="1351498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2124512" y="1323452"/>
            <a:ext cx="4708088" cy="28046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8" name="Imag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74" y="200372"/>
            <a:ext cx="1788813" cy="1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57" y="1003729"/>
            <a:ext cx="843399" cy="74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6386" y="1240561"/>
            <a:ext cx="591922" cy="47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Image 11" descr="Logo_IC_CEA_LIST_carre.jp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2148236" y="1233705"/>
            <a:ext cx="553962" cy="61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re 1"/>
          <p:cNvSpPr>
            <a:spLocks noGrp="1"/>
          </p:cNvSpPr>
          <p:nvPr>
            <p:ph type="ctrTitle"/>
          </p:nvPr>
        </p:nvSpPr>
        <p:spPr>
          <a:xfrm>
            <a:off x="2286376" y="305593"/>
            <a:ext cx="4412089" cy="395777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3800"/>
              </a:lnSpc>
              <a:defRPr sz="2800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pour une image  11"/>
          <p:cNvSpPr>
            <a:spLocks noGrp="1"/>
          </p:cNvSpPr>
          <p:nvPr>
            <p:ph type="pic" sz="quarter" idx="14"/>
          </p:nvPr>
        </p:nvSpPr>
        <p:spPr>
          <a:xfrm>
            <a:off x="2124957" y="795358"/>
            <a:ext cx="1568270" cy="416933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5" name="Espace réservé pour une image  11"/>
          <p:cNvSpPr>
            <a:spLocks noGrp="1"/>
          </p:cNvSpPr>
          <p:nvPr>
            <p:ph type="pic" sz="quarter" idx="23"/>
          </p:nvPr>
        </p:nvSpPr>
        <p:spPr>
          <a:xfrm>
            <a:off x="3692263" y="795358"/>
            <a:ext cx="1568270" cy="416933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6" name="Espace réservé pour une image  11"/>
          <p:cNvSpPr>
            <a:spLocks noGrp="1"/>
          </p:cNvSpPr>
          <p:nvPr>
            <p:ph type="pic" sz="quarter" idx="24"/>
          </p:nvPr>
        </p:nvSpPr>
        <p:spPr>
          <a:xfrm>
            <a:off x="5265900" y="795358"/>
            <a:ext cx="1568270" cy="416933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8" name="Espace réservé du pied de page 12"/>
          <p:cNvSpPr>
            <a:spLocks noGrp="1"/>
          </p:cNvSpPr>
          <p:nvPr>
            <p:ph type="ftr" sz="quarter" idx="25"/>
          </p:nvPr>
        </p:nvSpPr>
        <p:spPr>
          <a:xfrm>
            <a:off x="2285837" y="701458"/>
            <a:ext cx="4412721" cy="56403"/>
          </a:xfrm>
          <a:prstGeom prst="rect">
            <a:avLst/>
          </a:prstGeom>
        </p:spPr>
        <p:txBody>
          <a:bodyPr/>
          <a:lstStyle>
            <a:lvl1pPr algn="l">
              <a:defRPr sz="1400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57624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tercalair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8" descr="bandeau_intercalair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259" y="0"/>
            <a:ext cx="4359341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2743800" y="382699"/>
            <a:ext cx="4008471" cy="926472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="1" cap="all"/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1" name="Espace réservé du texte 2"/>
          <p:cNvSpPr>
            <a:spLocks noGrp="1"/>
          </p:cNvSpPr>
          <p:nvPr>
            <p:ph type="body" idx="1"/>
          </p:nvPr>
        </p:nvSpPr>
        <p:spPr>
          <a:xfrm>
            <a:off x="2743800" y="51164"/>
            <a:ext cx="3954665" cy="310968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ts val="1200"/>
              </a:lnSpc>
              <a:spcAft>
                <a:spcPts val="0"/>
              </a:spcAft>
              <a:buNone/>
              <a:defRPr sz="85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017642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403313" y="319727"/>
            <a:ext cx="6133920" cy="918769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403313" y="192581"/>
            <a:ext cx="6133920" cy="12714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5043214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1 visuel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20"/>
          <p:cNvSpPr>
            <a:spLocks noGrp="1"/>
          </p:cNvSpPr>
          <p:nvPr>
            <p:ph sz="quarter" idx="20"/>
          </p:nvPr>
        </p:nvSpPr>
        <p:spPr>
          <a:xfrm>
            <a:off x="3846700" y="395734"/>
            <a:ext cx="2609300" cy="724333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9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403314" y="319727"/>
            <a:ext cx="3335823" cy="918769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3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403314" y="192581"/>
            <a:ext cx="3335823" cy="12714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675472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3 visuel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u contenu 20"/>
          <p:cNvSpPr>
            <a:spLocks noGrp="1"/>
          </p:cNvSpPr>
          <p:nvPr>
            <p:ph sz="quarter" idx="21"/>
          </p:nvPr>
        </p:nvSpPr>
        <p:spPr>
          <a:xfrm>
            <a:off x="3846700" y="395733"/>
            <a:ext cx="2609300" cy="388667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6" name="Espace réservé du contenu 20"/>
          <p:cNvSpPr>
            <a:spLocks noGrp="1"/>
          </p:cNvSpPr>
          <p:nvPr>
            <p:ph sz="quarter" idx="22"/>
          </p:nvPr>
        </p:nvSpPr>
        <p:spPr>
          <a:xfrm>
            <a:off x="3846700" y="785107"/>
            <a:ext cx="1304650" cy="332840"/>
          </a:xfrm>
          <a:prstGeom prst="rect">
            <a:avLst/>
          </a:prstGeom>
          <a:solidFill>
            <a:srgbClr val="808080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7" name="Espace réservé du contenu 20"/>
          <p:cNvSpPr>
            <a:spLocks noGrp="1"/>
          </p:cNvSpPr>
          <p:nvPr>
            <p:ph sz="quarter" idx="23"/>
          </p:nvPr>
        </p:nvSpPr>
        <p:spPr>
          <a:xfrm>
            <a:off x="5151350" y="785107"/>
            <a:ext cx="1304650" cy="332840"/>
          </a:xfrm>
          <a:prstGeom prst="rect">
            <a:avLst/>
          </a:prstGeom>
          <a:solidFill>
            <a:srgbClr val="B2B2B2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1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403314" y="319727"/>
            <a:ext cx="3335823" cy="918769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3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403314" y="192581"/>
            <a:ext cx="3335823" cy="12714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4161767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graphique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contenu 20"/>
          <p:cNvSpPr>
            <a:spLocks noGrp="1"/>
          </p:cNvSpPr>
          <p:nvPr>
            <p:ph sz="quarter" idx="21"/>
          </p:nvPr>
        </p:nvSpPr>
        <p:spPr>
          <a:xfrm>
            <a:off x="430400" y="286200"/>
            <a:ext cx="6025600" cy="374533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0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403313" y="800314"/>
            <a:ext cx="6133920" cy="438182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403313" y="673100"/>
            <a:ext cx="6133920" cy="12714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7806400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8" descr="cart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34" y="166094"/>
            <a:ext cx="6321341" cy="816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ce réservé du graphique 32"/>
          <p:cNvSpPr>
            <a:spLocks noGrp="1"/>
          </p:cNvSpPr>
          <p:nvPr>
            <p:ph type="chart" sz="quarter" idx="13"/>
          </p:nvPr>
        </p:nvSpPr>
        <p:spPr>
          <a:xfrm>
            <a:off x="672195" y="1012455"/>
            <a:ext cx="2421269" cy="169521"/>
          </a:xfrm>
          <a:prstGeom prst="rect">
            <a:avLst/>
          </a:prstGeom>
        </p:spPr>
        <p:txBody>
          <a:bodyPr anchor="ctr"/>
          <a:lstStyle>
            <a:lvl1pPr marL="0" indent="0" algn="ctr">
              <a:defRPr sz="1200"/>
            </a:lvl1pPr>
          </a:lstStyle>
          <a:p>
            <a:pPr lvl="0"/>
            <a:r>
              <a:rPr lang="fr-FR" noProof="0" smtClean="0"/>
              <a:t>Cliquez sur l'icône pour ajouter un graphique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1386270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Fin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8" descr="bandeau_intercalair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259" y="0"/>
            <a:ext cx="4359341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11" descr="bandeau_dernièr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50"/>
          <a:stretch>
            <a:fillRect/>
          </a:stretch>
        </p:blipFill>
        <p:spPr bwMode="auto">
          <a:xfrm>
            <a:off x="2473259" y="0"/>
            <a:ext cx="4359341" cy="1139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34270" y="1138440"/>
            <a:ext cx="1417630" cy="185147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ts val="1200"/>
              </a:lnSpc>
              <a:defRPr sz="850" b="0" cap="none" baseline="0">
                <a:solidFill>
                  <a:schemeClr val="bg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44797" y="1138440"/>
            <a:ext cx="2654712" cy="1851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200"/>
              </a:lnSpc>
              <a:spcAft>
                <a:spcPts val="0"/>
              </a:spcAft>
              <a:buFont typeface="Arial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lnSpc>
                <a:spcPts val="1200"/>
              </a:lnSpc>
              <a:spcBef>
                <a:spcPts val="800"/>
              </a:spcBef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2pPr>
            <a:lvl3pPr marL="0" indent="0">
              <a:lnSpc>
                <a:spcPts val="1200"/>
              </a:lnSpc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3pPr>
            <a:lvl4pPr marL="0" indent="0">
              <a:lnSpc>
                <a:spcPts val="1200"/>
              </a:lnSpc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4pPr>
            <a:lvl5pPr marL="0" indent="0">
              <a:lnSpc>
                <a:spcPts val="1200"/>
              </a:lnSpc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7138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403165" y="319727"/>
            <a:ext cx="6133920" cy="918769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buClrTx/>
              <a:buFont typeface="Wingdings" pitchFamily="2" charset="2"/>
              <a:buChar char="§"/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403165" y="192513"/>
            <a:ext cx="6149340" cy="127200"/>
          </a:xfrm>
          <a:prstGeom prst="rect">
            <a:avLst/>
          </a:prstGeom>
        </p:spPr>
        <p:txBody>
          <a:bodyPr anchor="ctr" anchorCtr="0"/>
          <a:lstStyle>
            <a:lvl1pPr algn="l">
              <a:defRPr lang="fr-FR" sz="2000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7" name="Espace réservé du texte 2"/>
          <p:cNvSpPr>
            <a:spLocks noGrp="1"/>
          </p:cNvSpPr>
          <p:nvPr>
            <p:ph type="body" sz="quarter" idx="19"/>
          </p:nvPr>
        </p:nvSpPr>
        <p:spPr>
          <a:xfrm>
            <a:off x="1425831" y="18108"/>
            <a:ext cx="3604649" cy="113118"/>
          </a:xfrm>
          <a:prstGeom prst="rect">
            <a:avLst/>
          </a:prstGeom>
        </p:spPr>
        <p:txBody>
          <a:bodyPr anchor="ctr"/>
          <a:lstStyle>
            <a:lvl1pPr algn="l">
              <a:defRPr sz="2000" b="1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492834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" descr="C:\Users\mp222957\Desktop\LOGO perso\LOGOS 2\List\List_vectoriel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1905" y="43939"/>
            <a:ext cx="683260" cy="59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000" b="1" kern="1200" cap="all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9pPr>
    </p:titleStyle>
    <p:bodyStyle>
      <a:lvl1pPr algn="l" rtl="0" eaLnBrk="0" fontAlgn="base" hangingPunct="0">
        <a:spcBef>
          <a:spcPct val="0"/>
        </a:spcBef>
        <a:spcAft>
          <a:spcPts val="400"/>
        </a:spcAft>
        <a:buFont typeface="Arial" charset="0"/>
        <a:defRPr sz="24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360363" indent="-360363" algn="l" rtl="0" eaLnBrk="0" fontAlgn="base" hangingPunct="0">
        <a:spcBef>
          <a:spcPct val="0"/>
        </a:spcBef>
        <a:spcAft>
          <a:spcPct val="0"/>
        </a:spcAft>
        <a:buSzPct val="100000"/>
        <a:buFont typeface="Arial" charset="0"/>
        <a:buChar char="•"/>
        <a:defRPr sz="2000" kern="1200">
          <a:solidFill>
            <a:srgbClr val="5F5F5F"/>
          </a:solidFill>
          <a:latin typeface="+mn-lt"/>
          <a:ea typeface="+mn-ea"/>
          <a:cs typeface="+mn-cs"/>
        </a:defRPr>
      </a:lvl2pPr>
      <a:lvl3pPr marL="647700" indent="-285750" algn="l" rtl="0" eaLnBrk="0" fontAlgn="base" hangingPunct="0">
        <a:spcBef>
          <a:spcPct val="0"/>
        </a:spcBef>
        <a:spcAft>
          <a:spcPct val="0"/>
        </a:spcAft>
        <a:buSzPct val="75000"/>
        <a:buFont typeface="Arial" charset="0"/>
        <a:buChar char="•"/>
        <a:defRPr kern="1200">
          <a:solidFill>
            <a:srgbClr val="5F5F5F"/>
          </a:solidFill>
          <a:latin typeface="+mn-lt"/>
          <a:ea typeface="+mn-ea"/>
          <a:cs typeface="+mn-cs"/>
        </a:defRPr>
      </a:lvl3pPr>
      <a:lvl4pPr marL="1009650" indent="-238125" algn="l" rtl="0" eaLnBrk="0" fontAlgn="base" hangingPunct="0">
        <a:lnSpc>
          <a:spcPts val="2000"/>
        </a:lnSpc>
        <a:spcBef>
          <a:spcPct val="0"/>
        </a:spcBef>
        <a:spcAft>
          <a:spcPct val="0"/>
        </a:spcAft>
        <a:buClr>
          <a:srgbClr val="666666"/>
        </a:buClr>
        <a:buSzPct val="36000"/>
        <a:buBlip>
          <a:blip r:embed="rId14"/>
        </a:buBlip>
        <a:defRPr sz="1600" kern="1200">
          <a:solidFill>
            <a:srgbClr val="666666"/>
          </a:solidFill>
          <a:latin typeface="+mn-lt"/>
          <a:ea typeface="+mn-ea"/>
          <a:cs typeface="+mn-cs"/>
        </a:defRPr>
      </a:lvl4pPr>
      <a:lvl5pPr marL="1133475" indent="-114300" algn="l" rtl="0" eaLnBrk="0" fontAlgn="base" hangingPunct="0">
        <a:lnSpc>
          <a:spcPts val="2000"/>
        </a:lnSpc>
        <a:spcBef>
          <a:spcPct val="0"/>
        </a:spcBef>
        <a:spcAft>
          <a:spcPct val="0"/>
        </a:spcAft>
        <a:buClr>
          <a:srgbClr val="666666"/>
        </a:buClr>
        <a:buFont typeface="Arial" charset="0"/>
        <a:buChar char="-"/>
        <a:defRPr sz="1600" kern="1200">
          <a:solidFill>
            <a:srgbClr val="66666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e 15"/>
          <p:cNvGrpSpPr/>
          <p:nvPr/>
        </p:nvGrpSpPr>
        <p:grpSpPr>
          <a:xfrm>
            <a:off x="4579" y="37403"/>
            <a:ext cx="6823443" cy="1271394"/>
            <a:chOff x="871205" y="1641093"/>
            <a:chExt cx="6823443" cy="1271394"/>
          </a:xfrm>
        </p:grpSpPr>
        <p:sp>
          <p:nvSpPr>
            <p:cNvPr id="17" name="Ellipse 16"/>
            <p:cNvSpPr/>
            <p:nvPr/>
          </p:nvSpPr>
          <p:spPr>
            <a:xfrm>
              <a:off x="2026110" y="1785725"/>
              <a:ext cx="253769" cy="253769"/>
            </a:xfrm>
            <a:prstGeom prst="ellipse">
              <a:avLst/>
            </a:prstGeom>
            <a:solidFill>
              <a:srgbClr val="9933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1</a:t>
              </a:r>
              <a:endParaRPr lang="en-US" sz="1400" dirty="0"/>
            </a:p>
          </p:txBody>
        </p:sp>
        <p:sp>
          <p:nvSpPr>
            <p:cNvPr id="18" name="ZoneTexte 17"/>
            <p:cNvSpPr txBox="1"/>
            <p:nvPr/>
          </p:nvSpPr>
          <p:spPr>
            <a:xfrm>
              <a:off x="2264469" y="1641093"/>
              <a:ext cx="12804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Generate Code (Batch)</a:t>
              </a:r>
              <a:endParaRPr lang="en-US" sz="1400" dirty="0"/>
            </a:p>
          </p:txBody>
        </p:sp>
        <p:sp>
          <p:nvSpPr>
            <p:cNvPr id="19" name="Organigramme : Document 18"/>
            <p:cNvSpPr/>
            <p:nvPr/>
          </p:nvSpPr>
          <p:spPr>
            <a:xfrm>
              <a:off x="6588224" y="1902703"/>
              <a:ext cx="1106424" cy="612648"/>
            </a:xfrm>
            <a:prstGeom prst="flowChartDocument">
              <a:avLst/>
            </a:prstGeom>
            <a:solidFill>
              <a:srgbClr val="CC99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smtClean="0">
                  <a:solidFill>
                    <a:schemeClr val="bg1"/>
                  </a:solidFill>
                </a:rPr>
                <a:t>Edited Code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cxnSp>
          <p:nvCxnSpPr>
            <p:cNvPr id="20" name="Connecteur droit avec flèche 19"/>
            <p:cNvCxnSpPr>
              <a:stCxn id="28" idx="3"/>
              <a:endCxn id="21" idx="1"/>
            </p:cNvCxnSpPr>
            <p:nvPr/>
          </p:nvCxnSpPr>
          <p:spPr>
            <a:xfrm>
              <a:off x="1979712" y="2209027"/>
              <a:ext cx="154274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rganigramme : Document 20"/>
            <p:cNvSpPr/>
            <p:nvPr/>
          </p:nvSpPr>
          <p:spPr>
            <a:xfrm>
              <a:off x="3522458" y="1902703"/>
              <a:ext cx="1523020" cy="612648"/>
            </a:xfrm>
            <a:prstGeom prst="flowChartDocument">
              <a:avLst/>
            </a:prstGeom>
            <a:solidFill>
              <a:srgbClr val="CC99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Synchronization </a:t>
              </a:r>
              <a:r>
                <a:rPr lang="en-US" sz="1400" dirty="0" smtClean="0">
                  <a:solidFill>
                    <a:schemeClr val="bg1"/>
                  </a:solidFill>
                </a:rPr>
                <a:t>Artifact (Code</a:t>
              </a:r>
              <a:r>
                <a:rPr lang="en-US" sz="1400" dirty="0" smtClean="0">
                  <a:solidFill>
                    <a:schemeClr val="bg1"/>
                  </a:solidFill>
                </a:rPr>
                <a:t>)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cxnSp>
          <p:nvCxnSpPr>
            <p:cNvPr id="22" name="Connecteur droit avec flèche 21"/>
            <p:cNvCxnSpPr>
              <a:stCxn id="19" idx="1"/>
              <a:endCxn id="21" idx="3"/>
            </p:cNvCxnSpPr>
            <p:nvPr/>
          </p:nvCxnSpPr>
          <p:spPr>
            <a:xfrm flipH="1">
              <a:off x="5045478" y="2209027"/>
              <a:ext cx="154274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Ellipse 22"/>
            <p:cNvSpPr/>
            <p:nvPr/>
          </p:nvSpPr>
          <p:spPr>
            <a:xfrm>
              <a:off x="5109916" y="1825648"/>
              <a:ext cx="253769" cy="253769"/>
            </a:xfrm>
            <a:prstGeom prst="ellipse">
              <a:avLst/>
            </a:prstGeom>
            <a:solidFill>
              <a:srgbClr val="9933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2</a:t>
              </a:r>
              <a:endParaRPr lang="en-US" sz="1400" dirty="0"/>
            </a:p>
          </p:txBody>
        </p:sp>
        <p:sp>
          <p:nvSpPr>
            <p:cNvPr id="24" name="ZoneTexte 23"/>
            <p:cNvSpPr txBox="1"/>
            <p:nvPr/>
          </p:nvSpPr>
          <p:spPr>
            <a:xfrm>
              <a:off x="5363685" y="1690923"/>
              <a:ext cx="12965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Synchronize Code</a:t>
              </a:r>
              <a:endParaRPr lang="en-US" sz="1400" dirty="0"/>
            </a:p>
          </p:txBody>
        </p:sp>
        <p:cxnSp>
          <p:nvCxnSpPr>
            <p:cNvPr id="25" name="Connecteur droit avec flèche 24"/>
            <p:cNvCxnSpPr/>
            <p:nvPr/>
          </p:nvCxnSpPr>
          <p:spPr>
            <a:xfrm>
              <a:off x="1979712" y="2334751"/>
              <a:ext cx="154274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Ellipse 25"/>
            <p:cNvSpPr/>
            <p:nvPr/>
          </p:nvSpPr>
          <p:spPr>
            <a:xfrm>
              <a:off x="1926464" y="2523992"/>
              <a:ext cx="253769" cy="253769"/>
            </a:xfrm>
            <a:prstGeom prst="ellipse">
              <a:avLst/>
            </a:prstGeom>
            <a:solidFill>
              <a:srgbClr val="9933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3</a:t>
              </a:r>
              <a:endParaRPr lang="en-US" sz="1400" dirty="0"/>
            </a:p>
          </p:txBody>
        </p:sp>
        <p:sp>
          <p:nvSpPr>
            <p:cNvPr id="27" name="ZoneTexte 26"/>
            <p:cNvSpPr txBox="1"/>
            <p:nvPr/>
          </p:nvSpPr>
          <p:spPr>
            <a:xfrm>
              <a:off x="2170615" y="2389267"/>
              <a:ext cx="13588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Reverse Code (Incremental)</a:t>
              </a:r>
              <a:endParaRPr lang="en-US" sz="1400" dirty="0"/>
            </a:p>
          </p:txBody>
        </p:sp>
        <p:sp>
          <p:nvSpPr>
            <p:cNvPr id="28" name="Organigramme : Document 27"/>
            <p:cNvSpPr/>
            <p:nvPr/>
          </p:nvSpPr>
          <p:spPr>
            <a:xfrm>
              <a:off x="871205" y="1902703"/>
              <a:ext cx="1108507" cy="612648"/>
            </a:xfrm>
            <a:prstGeom prst="flowChartDocument">
              <a:avLst/>
            </a:prstGeom>
            <a:solidFill>
              <a:srgbClr val="9999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Edited Model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2262592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EA_Tech_List">
  <a:themeElements>
    <a:clrScheme name="CEA Tech">
      <a:dk1>
        <a:sysClr val="windowText" lastClr="000000"/>
      </a:dk1>
      <a:lt1>
        <a:sysClr val="window" lastClr="FFFFFF"/>
      </a:lt1>
      <a:dk2>
        <a:srgbClr val="E60019"/>
      </a:dk2>
      <a:lt2>
        <a:srgbClr val="FFFFFF"/>
      </a:lt2>
      <a:accent1>
        <a:srgbClr val="E60019"/>
      </a:accent1>
      <a:accent2>
        <a:srgbClr val="91C30A"/>
      </a:accent2>
      <a:accent3>
        <a:srgbClr val="87000A"/>
      </a:accent3>
      <a:accent4>
        <a:srgbClr val="0A6E28"/>
      </a:accent4>
      <a:accent5>
        <a:srgbClr val="5F5F5F"/>
      </a:accent5>
      <a:accent6>
        <a:srgbClr val="5F5F5F"/>
      </a:accent6>
      <a:hlink>
        <a:srgbClr val="91C30A"/>
      </a:hlink>
      <a:folHlink>
        <a:srgbClr val="0A6E28"/>
      </a:folHlink>
    </a:clrScheme>
    <a:fontScheme name="CE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CEA_Tech_List</Template>
  <TotalTime>10773</TotalTime>
  <Words>25</Words>
  <Application>Microsoft Office PowerPoint</Application>
  <PresentationFormat>Personnalisé</PresentationFormat>
  <Paragraphs>10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CEA_Tech_List</vt:lpstr>
      <vt:lpstr>Présentation PowerPoint</vt:lpstr>
    </vt:vector>
  </TitlesOfParts>
  <Company>CEA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Papyrus Model-Code Synchronization: Tooling Proposition and Tasks Status</dc:title>
  <dc:creator>shuai.li@cea.fr</dc:creator>
  <cp:lastModifiedBy>LI Shuai</cp:lastModifiedBy>
  <cp:revision>3757</cp:revision>
  <dcterms:created xsi:type="dcterms:W3CDTF">2013-02-01T10:51:35Z</dcterms:created>
  <dcterms:modified xsi:type="dcterms:W3CDTF">2016-04-26T15:06:27Z</dcterms:modified>
</cp:coreProperties>
</file>