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505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17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451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34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978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355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005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3089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550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78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68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6B117-4E67-4E2E-8DA4-3472B0716896}" type="datetimeFigureOut">
              <a:rPr lang="fr-FR" smtClean="0"/>
              <a:t>01/06/2016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CC07F-5F33-40FC-BE7A-89CB6CA6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00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>
            <a:grpSpLocks noChangeAspect="1"/>
          </p:cNvGrpSpPr>
          <p:nvPr/>
        </p:nvGrpSpPr>
        <p:grpSpPr>
          <a:xfrm>
            <a:off x="1151624" y="2399818"/>
            <a:ext cx="9674800" cy="1046027"/>
            <a:chOff x="13974901" y="12554822"/>
            <a:chExt cx="14886072" cy="1609463"/>
          </a:xfrm>
        </p:grpSpPr>
        <p:sp>
          <p:nvSpPr>
            <p:cNvPr id="5" name="Rectangle 4"/>
            <p:cNvSpPr/>
            <p:nvPr/>
          </p:nvSpPr>
          <p:spPr>
            <a:xfrm>
              <a:off x="13974901" y="12673683"/>
              <a:ext cx="2347259" cy="136815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>
                  <a:solidFill>
                    <a:schemeClr val="tx1"/>
                  </a:solidFill>
                </a:rPr>
                <a:t>Model 1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8578497" y="12713768"/>
              <a:ext cx="2528264" cy="136815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>
                  <a:solidFill>
                    <a:schemeClr val="tx1"/>
                  </a:solidFill>
                </a:rPr>
                <a:t>Model 2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2381267" y="12745059"/>
              <a:ext cx="2369650" cy="136815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>
                  <a:solidFill>
                    <a:schemeClr val="tx1"/>
                  </a:solidFill>
                </a:rPr>
                <a:t>Model N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8" name="Organigramme : Multidocument 7"/>
            <p:cNvSpPr/>
            <p:nvPr/>
          </p:nvSpPr>
          <p:spPr>
            <a:xfrm>
              <a:off x="27033485" y="12713768"/>
              <a:ext cx="1827488" cy="1430735"/>
            </a:xfrm>
            <a:prstGeom prst="flowChartMultidocumen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>
                  <a:solidFill>
                    <a:schemeClr val="tx1"/>
                  </a:solidFill>
                </a:rPr>
                <a:t>Code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grpSp>
          <p:nvGrpSpPr>
            <p:cNvPr id="9" name="Groupe 8"/>
            <p:cNvGrpSpPr/>
            <p:nvPr/>
          </p:nvGrpSpPr>
          <p:grpSpPr>
            <a:xfrm>
              <a:off x="24862456" y="12733551"/>
              <a:ext cx="1974266" cy="1430734"/>
              <a:chOff x="23068538" y="12826083"/>
              <a:chExt cx="2499887" cy="1430734"/>
            </a:xfrm>
          </p:grpSpPr>
          <p:sp>
            <p:nvSpPr>
              <p:cNvPr id="14" name="Flèche courbée vers le bas 13"/>
              <p:cNvSpPr/>
              <p:nvPr/>
            </p:nvSpPr>
            <p:spPr>
              <a:xfrm>
                <a:off x="23105979" y="12826083"/>
                <a:ext cx="2462446" cy="684076"/>
              </a:xfrm>
              <a:prstGeom prst="curvedDownArrow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lèche courbée vers le bas 14"/>
              <p:cNvSpPr/>
              <p:nvPr/>
            </p:nvSpPr>
            <p:spPr>
              <a:xfrm flipH="1" flipV="1">
                <a:off x="23068538" y="13592438"/>
                <a:ext cx="2396427" cy="664379"/>
              </a:xfrm>
              <a:prstGeom prst="curvedDownArrow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ZoneTexte 9"/>
            <p:cNvSpPr txBox="1"/>
            <p:nvPr/>
          </p:nvSpPr>
          <p:spPr>
            <a:xfrm>
              <a:off x="21344665" y="12554822"/>
              <a:ext cx="666436" cy="8050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…</a:t>
              </a:r>
              <a:endParaRPr lang="en-US" sz="2800" dirty="0"/>
            </a:p>
          </p:txBody>
        </p:sp>
        <p:grpSp>
          <p:nvGrpSpPr>
            <p:cNvPr id="11" name="Groupe 10"/>
            <p:cNvGrpSpPr/>
            <p:nvPr/>
          </p:nvGrpSpPr>
          <p:grpSpPr>
            <a:xfrm>
              <a:off x="16462685" y="12657229"/>
              <a:ext cx="1991309" cy="1430734"/>
              <a:chOff x="23068538" y="12826083"/>
              <a:chExt cx="2521468" cy="1430734"/>
            </a:xfrm>
          </p:grpSpPr>
          <p:sp>
            <p:nvSpPr>
              <p:cNvPr id="12" name="Flèche courbée vers le bas 11"/>
              <p:cNvSpPr/>
              <p:nvPr/>
            </p:nvSpPr>
            <p:spPr>
              <a:xfrm>
                <a:off x="23127560" y="12826083"/>
                <a:ext cx="2462446" cy="684076"/>
              </a:xfrm>
              <a:prstGeom prst="curvedDownArrow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lèche courbée vers le bas 12"/>
              <p:cNvSpPr/>
              <p:nvPr/>
            </p:nvSpPr>
            <p:spPr>
              <a:xfrm flipH="1" flipV="1">
                <a:off x="23068538" y="13592438"/>
                <a:ext cx="2396427" cy="664379"/>
              </a:xfrm>
              <a:prstGeom prst="curvedDownArrow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2873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Grand écran</PresentationFormat>
  <Paragraphs>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Commissariat à l'Energie Atomique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PHAM Van Cam</dc:creator>
  <cp:lastModifiedBy>PHAM Van Cam</cp:lastModifiedBy>
  <cp:revision>1</cp:revision>
  <dcterms:created xsi:type="dcterms:W3CDTF">2016-06-01T15:52:53Z</dcterms:created>
  <dcterms:modified xsi:type="dcterms:W3CDTF">2016-06-01T15:53:11Z</dcterms:modified>
</cp:coreProperties>
</file>