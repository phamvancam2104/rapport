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315" r:id="rId2"/>
  </p:sldIdLst>
  <p:sldSz cx="3959225" cy="2401888"/>
  <p:notesSz cx="6858000" cy="914400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13915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27830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417457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55661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695762" algn="l" defTabSz="278305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834915" algn="l" defTabSz="278305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974067" algn="l" defTabSz="278305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1113220" algn="l" defTabSz="278305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57" userDrawn="1">
          <p15:clr>
            <a:srgbClr val="A4A3A4"/>
          </p15:clr>
        </p15:guide>
        <p15:guide id="2" pos="124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 Shuai" initials="SL" lastIdx="7" clrIdx="0"/>
  <p:cmAuthor id="1" name="RADERMACHER Ansgar 206501" initials="RA2" lastIdx="1" clrIdx="1">
    <p:extLst>
      <p:ext uri="{19B8F6BF-5375-455C-9EA6-DF929625EA0E}">
        <p15:presenceInfo xmlns:p15="http://schemas.microsoft.com/office/powerpoint/2012/main" userId="S-1-5-21-1801674531-299502267-839522115-4085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  <a:srgbClr val="996600"/>
    <a:srgbClr val="663300"/>
    <a:srgbClr val="9999FF"/>
    <a:srgbClr val="CC9900"/>
    <a:srgbClr val="C7E4FF"/>
    <a:srgbClr val="FE7900"/>
    <a:srgbClr val="E9F3CE"/>
    <a:srgbClr val="D2FEC4"/>
    <a:srgbClr val="C9F6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69" autoAdjust="0"/>
    <p:restoredTop sz="84067" autoAdjust="0"/>
  </p:normalViewPr>
  <p:slideViewPr>
    <p:cSldViewPr>
      <p:cViewPr varScale="1">
        <p:scale>
          <a:sx n="297" d="100"/>
          <a:sy n="297" d="100"/>
        </p:scale>
        <p:origin x="1838" y="192"/>
      </p:cViewPr>
      <p:guideLst>
        <p:guide orient="horz" pos="757"/>
        <p:guide pos="1247"/>
      </p:guideLst>
    </p:cSldViewPr>
  </p:slideViewPr>
  <p:outlineViewPr>
    <p:cViewPr>
      <p:scale>
        <a:sx n="33" d="100"/>
        <a:sy n="33" d="100"/>
      </p:scale>
      <p:origin x="0" y="1224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8" d="100"/>
          <a:sy n="98" d="100"/>
        </p:scale>
        <p:origin x="-3974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5AE9CA-C14B-4E19-97C9-513406ADC593}" type="datetimeFigureOut">
              <a:rPr lang="fr-FR" smtClean="0"/>
              <a:t>29/04/2016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E359AC-EB57-4019-BE17-C972272DD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63216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0300910-25D8-4791-9138-E02902FF6C5D}" type="datetimeFigureOut">
              <a:rPr lang="fr-FR"/>
              <a:pPr>
                <a:defRPr/>
              </a:pPr>
              <a:t>29/04/2016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03250" y="685800"/>
            <a:ext cx="56515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noProof="0" smtClean="0"/>
              <a:t>Modifiez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5097153-1DDC-4F13-94F9-FB75DB92492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99282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365" kern="1200">
        <a:solidFill>
          <a:schemeClr val="tx1"/>
        </a:solidFill>
        <a:latin typeface="+mn-lt"/>
        <a:ea typeface="+mn-ea"/>
        <a:cs typeface="+mn-cs"/>
      </a:defRPr>
    </a:lvl1pPr>
    <a:lvl2pPr marL="139152" algn="l" rtl="0" eaLnBrk="0" fontAlgn="base" hangingPunct="0">
      <a:spcBef>
        <a:spcPct val="30000"/>
      </a:spcBef>
      <a:spcAft>
        <a:spcPct val="0"/>
      </a:spcAft>
      <a:defRPr sz="365" kern="1200">
        <a:solidFill>
          <a:schemeClr val="tx1"/>
        </a:solidFill>
        <a:latin typeface="+mn-lt"/>
        <a:ea typeface="+mn-ea"/>
        <a:cs typeface="+mn-cs"/>
      </a:defRPr>
    </a:lvl2pPr>
    <a:lvl3pPr marL="278305" algn="l" rtl="0" eaLnBrk="0" fontAlgn="base" hangingPunct="0">
      <a:spcBef>
        <a:spcPct val="30000"/>
      </a:spcBef>
      <a:spcAft>
        <a:spcPct val="0"/>
      </a:spcAft>
      <a:defRPr sz="365" kern="1200">
        <a:solidFill>
          <a:schemeClr val="tx1"/>
        </a:solidFill>
        <a:latin typeface="+mn-lt"/>
        <a:ea typeface="+mn-ea"/>
        <a:cs typeface="+mn-cs"/>
      </a:defRPr>
    </a:lvl3pPr>
    <a:lvl4pPr marL="417457" algn="l" rtl="0" eaLnBrk="0" fontAlgn="base" hangingPunct="0">
      <a:spcBef>
        <a:spcPct val="30000"/>
      </a:spcBef>
      <a:spcAft>
        <a:spcPct val="0"/>
      </a:spcAft>
      <a:defRPr sz="365" kern="1200">
        <a:solidFill>
          <a:schemeClr val="tx1"/>
        </a:solidFill>
        <a:latin typeface="+mn-lt"/>
        <a:ea typeface="+mn-ea"/>
        <a:cs typeface="+mn-cs"/>
      </a:defRPr>
    </a:lvl4pPr>
    <a:lvl5pPr marL="556610" algn="l" rtl="0" eaLnBrk="0" fontAlgn="base" hangingPunct="0">
      <a:spcBef>
        <a:spcPct val="30000"/>
      </a:spcBef>
      <a:spcAft>
        <a:spcPct val="0"/>
      </a:spcAft>
      <a:defRPr sz="365" kern="1200">
        <a:solidFill>
          <a:schemeClr val="tx1"/>
        </a:solidFill>
        <a:latin typeface="+mn-lt"/>
        <a:ea typeface="+mn-ea"/>
        <a:cs typeface="+mn-cs"/>
      </a:defRPr>
    </a:lvl5pPr>
    <a:lvl6pPr marL="695762" algn="l" defTabSz="278305" rtl="0" eaLnBrk="1" latinLnBrk="0" hangingPunct="1">
      <a:defRPr sz="365" kern="1200">
        <a:solidFill>
          <a:schemeClr val="tx1"/>
        </a:solidFill>
        <a:latin typeface="+mn-lt"/>
        <a:ea typeface="+mn-ea"/>
        <a:cs typeface="+mn-cs"/>
      </a:defRPr>
    </a:lvl6pPr>
    <a:lvl7pPr marL="834915" algn="l" defTabSz="278305" rtl="0" eaLnBrk="1" latinLnBrk="0" hangingPunct="1">
      <a:defRPr sz="365" kern="1200">
        <a:solidFill>
          <a:schemeClr val="tx1"/>
        </a:solidFill>
        <a:latin typeface="+mn-lt"/>
        <a:ea typeface="+mn-ea"/>
        <a:cs typeface="+mn-cs"/>
      </a:defRPr>
    </a:lvl7pPr>
    <a:lvl8pPr marL="974067" algn="l" defTabSz="278305" rtl="0" eaLnBrk="1" latinLnBrk="0" hangingPunct="1">
      <a:defRPr sz="365" kern="1200">
        <a:solidFill>
          <a:schemeClr val="tx1"/>
        </a:solidFill>
        <a:latin typeface="+mn-lt"/>
        <a:ea typeface="+mn-ea"/>
        <a:cs typeface="+mn-cs"/>
      </a:defRPr>
    </a:lvl8pPr>
    <a:lvl9pPr marL="1113220" algn="l" defTabSz="278305" rtl="0" eaLnBrk="1" latinLnBrk="0" hangingPunct="1">
      <a:defRPr sz="36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03250" y="685800"/>
            <a:ext cx="56515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5097153-1DDC-4F13-94F9-FB75DB92492A}" type="slidenum">
              <a:rPr lang="fr-FR" smtClean="0"/>
              <a:pPr>
                <a:defRPr/>
              </a:pPr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3762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1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" y="3"/>
            <a:ext cx="1231072" cy="2411340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pic>
        <p:nvPicPr>
          <p:cNvPr id="4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179" y="1790855"/>
            <a:ext cx="488717" cy="132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1231072" y="2361301"/>
            <a:ext cx="2728153" cy="50040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6" name="Image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45" y="357505"/>
            <a:ext cx="1036547" cy="221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691" y="2221194"/>
            <a:ext cx="342996" cy="84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11" descr="Logo_IC_CEA_LIST_carre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1262690" y="2213411"/>
            <a:ext cx="321000" cy="109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324868" y="545240"/>
            <a:ext cx="2556634" cy="929455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1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0" name="Espace réservé du pied de page 12"/>
          <p:cNvSpPr>
            <a:spLocks noGrp="1"/>
          </p:cNvSpPr>
          <p:nvPr>
            <p:ph type="ftr" sz="quarter" idx="10"/>
          </p:nvPr>
        </p:nvSpPr>
        <p:spPr>
          <a:xfrm>
            <a:off x="1324557" y="1478384"/>
            <a:ext cx="2556999" cy="554882"/>
          </a:xfrm>
          <a:prstGeom prst="rect">
            <a:avLst/>
          </a:prstGeom>
        </p:spPr>
        <p:txBody>
          <a:bodyPr anchor="ctr" anchorCtr="0"/>
          <a:lstStyle>
            <a:lvl1pPr algn="l">
              <a:defRPr sz="1399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98470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re 2 visuel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" y="3"/>
            <a:ext cx="1231072" cy="2411340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5" name="Rectangle 4"/>
          <p:cNvSpPr/>
          <p:nvPr/>
        </p:nvSpPr>
        <p:spPr>
          <a:xfrm>
            <a:off x="1231072" y="2361301"/>
            <a:ext cx="2728153" cy="50040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6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45" y="357505"/>
            <a:ext cx="1036547" cy="221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179" y="1790855"/>
            <a:ext cx="488717" cy="132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7196" y="2212298"/>
            <a:ext cx="342996" cy="84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Image 11" descr="Logo_IC_CEA_LIST_carre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1239321" y="2201177"/>
            <a:ext cx="321000" cy="109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Espace réservé pour une image  11"/>
          <p:cNvSpPr>
            <a:spLocks noGrp="1"/>
          </p:cNvSpPr>
          <p:nvPr>
            <p:ph type="pic" sz="quarter" idx="14"/>
          </p:nvPr>
        </p:nvSpPr>
        <p:spPr>
          <a:xfrm>
            <a:off x="1231332" y="1419078"/>
            <a:ext cx="2727893" cy="743891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1324868" y="545238"/>
            <a:ext cx="2556634" cy="706145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1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du pied de page 12"/>
          <p:cNvSpPr>
            <a:spLocks noGrp="1"/>
          </p:cNvSpPr>
          <p:nvPr>
            <p:ph type="ftr" sz="quarter" idx="15"/>
          </p:nvPr>
        </p:nvSpPr>
        <p:spPr>
          <a:xfrm>
            <a:off x="1324557" y="1251543"/>
            <a:ext cx="2556999" cy="100635"/>
          </a:xfrm>
          <a:prstGeom prst="rect">
            <a:avLst/>
          </a:prstGeom>
        </p:spPr>
        <p:txBody>
          <a:bodyPr/>
          <a:lstStyle>
            <a:lvl1pPr algn="l">
              <a:defRPr sz="1399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6052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3 visuel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1" y="3"/>
            <a:ext cx="1231072" cy="2411340"/>
          </a:xfrm>
          <a:prstGeom prst="rect">
            <a:avLst/>
          </a:prstGeom>
          <a:gradFill flip="none" rotWithShape="1">
            <a:gsLst>
              <a:gs pos="0">
                <a:srgbClr val="E60019"/>
              </a:gs>
              <a:gs pos="100000">
                <a:srgbClr val="87000A"/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1231072" y="2361301"/>
            <a:ext cx="2728153" cy="50040"/>
          </a:xfrm>
          <a:prstGeom prst="rect">
            <a:avLst/>
          </a:prstGeom>
          <a:gradFill>
            <a:gsLst>
              <a:gs pos="0">
                <a:srgbClr val="0A6E28">
                  <a:lumMod val="100000"/>
                </a:srgbClr>
              </a:gs>
              <a:gs pos="100000">
                <a:srgbClr val="91C30A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fr-FR">
              <a:solidFill>
                <a:prstClr val="white"/>
              </a:solidFill>
            </a:endParaRPr>
          </a:p>
        </p:txBody>
      </p:sp>
      <p:pic>
        <p:nvPicPr>
          <p:cNvPr id="8" name="Imag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45" y="357505"/>
            <a:ext cx="1036547" cy="221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2" descr="C:\Users\mp222957\Desktop\LOGO perso\LOGOS 2\List\List_vectoriel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179" y="1790855"/>
            <a:ext cx="488717" cy="132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Image 10" descr="digiteo-couleur-sans-baseline_web.gif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5632" y="2213411"/>
            <a:ext cx="342996" cy="84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Image 11" descr="Logo_IC_CEA_LIST_carre.jp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715" b="28154"/>
          <a:stretch>
            <a:fillRect/>
          </a:stretch>
        </p:blipFill>
        <p:spPr bwMode="auto">
          <a:xfrm>
            <a:off x="1244819" y="2201177"/>
            <a:ext cx="321000" cy="109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re 1"/>
          <p:cNvSpPr>
            <a:spLocks noGrp="1"/>
          </p:cNvSpPr>
          <p:nvPr>
            <p:ph type="ctrTitle"/>
          </p:nvPr>
        </p:nvSpPr>
        <p:spPr>
          <a:xfrm>
            <a:off x="1324868" y="545238"/>
            <a:ext cx="2556634" cy="706145"/>
          </a:xfrm>
          <a:prstGeom prst="rect">
            <a:avLst/>
          </a:prstGeom>
        </p:spPr>
        <p:txBody>
          <a:bodyPr anchor="ctr" anchorCtr="0"/>
          <a:lstStyle>
            <a:lvl1pPr algn="l">
              <a:lnSpc>
                <a:spcPts val="3800"/>
              </a:lnSpc>
              <a:defRPr sz="2801" b="1" cap="all" baseline="0">
                <a:solidFill>
                  <a:schemeClr val="accent5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4" name="Espace réservé pour une image  11"/>
          <p:cNvSpPr>
            <a:spLocks noGrp="1"/>
          </p:cNvSpPr>
          <p:nvPr>
            <p:ph type="pic" sz="quarter" idx="14"/>
          </p:nvPr>
        </p:nvSpPr>
        <p:spPr>
          <a:xfrm>
            <a:off x="1231330" y="1419078"/>
            <a:ext cx="908751" cy="743891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5" name="Espace réservé pour une image  11"/>
          <p:cNvSpPr>
            <a:spLocks noGrp="1"/>
          </p:cNvSpPr>
          <p:nvPr>
            <p:ph type="pic" sz="quarter" idx="23"/>
          </p:nvPr>
        </p:nvSpPr>
        <p:spPr>
          <a:xfrm>
            <a:off x="2139524" y="1419078"/>
            <a:ext cx="908751" cy="743891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6" name="Espace réservé pour une image  11"/>
          <p:cNvSpPr>
            <a:spLocks noGrp="1"/>
          </p:cNvSpPr>
          <p:nvPr>
            <p:ph type="pic" sz="quarter" idx="24"/>
          </p:nvPr>
        </p:nvSpPr>
        <p:spPr>
          <a:xfrm>
            <a:off x="3051384" y="1419078"/>
            <a:ext cx="908751" cy="743891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noProof="0" smtClean="0"/>
              <a:t>Cliquez sur l'icône pour ajouter une image</a:t>
            </a:r>
            <a:endParaRPr lang="fr-FR" noProof="0" dirty="0"/>
          </a:p>
        </p:txBody>
      </p:sp>
      <p:sp>
        <p:nvSpPr>
          <p:cNvPr id="18" name="Espace réservé du pied de page 12"/>
          <p:cNvSpPr>
            <a:spLocks noGrp="1"/>
          </p:cNvSpPr>
          <p:nvPr>
            <p:ph type="ftr" sz="quarter" idx="25"/>
          </p:nvPr>
        </p:nvSpPr>
        <p:spPr>
          <a:xfrm>
            <a:off x="1324557" y="1251543"/>
            <a:ext cx="2556999" cy="100635"/>
          </a:xfrm>
          <a:prstGeom prst="rect">
            <a:avLst/>
          </a:prstGeom>
        </p:spPr>
        <p:txBody>
          <a:bodyPr/>
          <a:lstStyle>
            <a:lvl1pPr algn="l">
              <a:defRPr sz="1399" cap="none" baseline="0">
                <a:solidFill>
                  <a:schemeClr val="accent5"/>
                </a:solidFill>
              </a:defRPr>
            </a:lvl1pPr>
          </a:lstStyle>
          <a:p>
            <a:pPr>
              <a:defRPr/>
            </a:pPr>
            <a:r>
              <a:rPr lang="fr-FR"/>
              <a:t>Nom événement | Nom Prénom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57624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ntercalair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8" descr="bandeau_intercalair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157" y="0"/>
            <a:ext cx="2526068" cy="240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1589928" y="682812"/>
            <a:ext cx="2322752" cy="1653008"/>
          </a:xfrm>
          <a:prstGeom prst="rect">
            <a:avLst/>
          </a:prstGeom>
        </p:spPr>
        <p:txBody>
          <a:bodyPr anchor="t"/>
          <a:lstStyle>
            <a:lvl1pPr algn="l">
              <a:lnSpc>
                <a:spcPts val="2801"/>
              </a:lnSpc>
              <a:defRPr sz="2199" b="1" cap="all"/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11" name="Espace réservé du texte 2"/>
          <p:cNvSpPr>
            <a:spLocks noGrp="1"/>
          </p:cNvSpPr>
          <p:nvPr>
            <p:ph type="body" idx="1"/>
          </p:nvPr>
        </p:nvSpPr>
        <p:spPr>
          <a:xfrm>
            <a:off x="1589926" y="91288"/>
            <a:ext cx="2291573" cy="554828"/>
          </a:xfrm>
          <a:prstGeom prst="rect">
            <a:avLst/>
          </a:prstGeom>
        </p:spPr>
        <p:txBody>
          <a:bodyPr anchor="t" anchorCtr="0"/>
          <a:lstStyle>
            <a:lvl1pPr marL="0" indent="0">
              <a:lnSpc>
                <a:spcPts val="1200"/>
              </a:lnSpc>
              <a:spcAft>
                <a:spcPts val="0"/>
              </a:spcAft>
              <a:buNone/>
              <a:defRPr sz="850">
                <a:solidFill>
                  <a:schemeClr val="bg1"/>
                </a:solidFill>
              </a:defRPr>
            </a:lvl1pPr>
            <a:lvl2pPr marL="457189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380" indent="0">
              <a:buNone/>
              <a:defRPr sz="1599">
                <a:solidFill>
                  <a:schemeClr val="tx1">
                    <a:tint val="75000"/>
                  </a:schemeClr>
                </a:solidFill>
              </a:defRPr>
            </a:lvl3pPr>
            <a:lvl4pPr marL="1371569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4pPr>
            <a:lvl5pPr marL="1828760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5pPr>
            <a:lvl6pPr marL="2285948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6pPr>
            <a:lvl7pPr marL="2743139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7pPr>
            <a:lvl8pPr marL="3200328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8pPr>
            <a:lvl9pPr marL="3657519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017642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233706" y="570459"/>
            <a:ext cx="3554367" cy="1639266"/>
          </a:xfrm>
          <a:prstGeom prst="rect">
            <a:avLst/>
          </a:prstGeom>
        </p:spPr>
        <p:txBody>
          <a:bodyPr/>
          <a:lstStyle>
            <a:lvl1pPr marL="342893" indent="-342893">
              <a:buFont typeface="Arial" pitchFamily="34" charset="0"/>
              <a:buChar char="•"/>
              <a:defRPr sz="1999">
                <a:solidFill>
                  <a:schemeClr val="accent5"/>
                </a:solidFill>
              </a:defRPr>
            </a:lvl1pPr>
            <a:lvl2pPr marL="801670" indent="-360354">
              <a:defRPr sz="1799"/>
            </a:lvl2pPr>
            <a:lvl3pPr marL="1171549" indent="-285742">
              <a:buSzPct val="60000"/>
              <a:buFont typeface="Arial" pitchFamily="34" charset="0"/>
              <a:buChar char="•"/>
              <a:defRPr sz="1599"/>
            </a:lvl3pPr>
            <a:lvl4pPr marL="838181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233706" y="343607"/>
            <a:ext cx="3554367" cy="22684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1999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5043214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1 visuel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contenu 20"/>
          <p:cNvSpPr>
            <a:spLocks noGrp="1"/>
          </p:cNvSpPr>
          <p:nvPr>
            <p:ph sz="quarter" idx="20"/>
          </p:nvPr>
        </p:nvSpPr>
        <p:spPr>
          <a:xfrm>
            <a:off x="2229016" y="706069"/>
            <a:ext cx="1511988" cy="1292354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9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233704" y="570459"/>
            <a:ext cx="1932980" cy="1639266"/>
          </a:xfrm>
          <a:prstGeom prst="rect">
            <a:avLst/>
          </a:prstGeom>
        </p:spPr>
        <p:txBody>
          <a:bodyPr/>
          <a:lstStyle>
            <a:lvl1pPr marL="342893" indent="-342893">
              <a:buFont typeface="Arial" pitchFamily="34" charset="0"/>
              <a:buChar char="•"/>
              <a:defRPr sz="1999">
                <a:solidFill>
                  <a:schemeClr val="accent5"/>
                </a:solidFill>
              </a:defRPr>
            </a:lvl1pPr>
            <a:lvl2pPr marL="801670" indent="-360354">
              <a:defRPr sz="1799"/>
            </a:lvl2pPr>
            <a:lvl3pPr marL="1171549" indent="-285742">
              <a:buSzPct val="60000"/>
              <a:buFont typeface="Arial" pitchFamily="34" charset="0"/>
              <a:buChar char="•"/>
              <a:defRPr sz="1599"/>
            </a:lvl3pPr>
            <a:lvl4pPr marL="838181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3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233704" y="343607"/>
            <a:ext cx="1932980" cy="22684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1999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6675472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3 visuel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ce réservé du contenu 20"/>
          <p:cNvSpPr>
            <a:spLocks noGrp="1"/>
          </p:cNvSpPr>
          <p:nvPr>
            <p:ph sz="quarter" idx="21"/>
          </p:nvPr>
        </p:nvSpPr>
        <p:spPr>
          <a:xfrm>
            <a:off x="2229016" y="706067"/>
            <a:ext cx="1511988" cy="693458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6" name="Espace réservé du contenu 20"/>
          <p:cNvSpPr>
            <a:spLocks noGrp="1"/>
          </p:cNvSpPr>
          <p:nvPr>
            <p:ph sz="quarter" idx="22"/>
          </p:nvPr>
        </p:nvSpPr>
        <p:spPr>
          <a:xfrm>
            <a:off x="2229016" y="1400789"/>
            <a:ext cx="755994" cy="593853"/>
          </a:xfrm>
          <a:prstGeom prst="rect">
            <a:avLst/>
          </a:prstGeom>
          <a:solidFill>
            <a:srgbClr val="808080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7" name="Espace réservé du contenu 20"/>
          <p:cNvSpPr>
            <a:spLocks noGrp="1"/>
          </p:cNvSpPr>
          <p:nvPr>
            <p:ph sz="quarter" idx="23"/>
          </p:nvPr>
        </p:nvSpPr>
        <p:spPr>
          <a:xfrm>
            <a:off x="2985009" y="1400789"/>
            <a:ext cx="755994" cy="593853"/>
          </a:xfrm>
          <a:prstGeom prst="rect">
            <a:avLst/>
          </a:prstGeom>
          <a:solidFill>
            <a:srgbClr val="B2B2B2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1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233704" y="570459"/>
            <a:ext cx="1932980" cy="1639266"/>
          </a:xfrm>
          <a:prstGeom prst="rect">
            <a:avLst/>
          </a:prstGeom>
        </p:spPr>
        <p:txBody>
          <a:bodyPr/>
          <a:lstStyle>
            <a:lvl1pPr marL="342893" indent="-342893">
              <a:buFont typeface="Arial" pitchFamily="34" charset="0"/>
              <a:buChar char="•"/>
              <a:defRPr sz="1999">
                <a:solidFill>
                  <a:schemeClr val="accent5"/>
                </a:solidFill>
              </a:defRPr>
            </a:lvl1pPr>
            <a:lvl2pPr marL="801670" indent="-360354">
              <a:defRPr sz="1799"/>
            </a:lvl2pPr>
            <a:lvl3pPr marL="1171549" indent="-285742">
              <a:buSzPct val="60000"/>
              <a:buFont typeface="Arial" pitchFamily="34" charset="0"/>
              <a:buChar char="•"/>
              <a:defRPr sz="1599"/>
            </a:lvl3pPr>
            <a:lvl4pPr marL="838181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3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233704" y="343607"/>
            <a:ext cx="1932980" cy="22684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1999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4161767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graphiques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contenu 20"/>
          <p:cNvSpPr>
            <a:spLocks noGrp="1"/>
          </p:cNvSpPr>
          <p:nvPr>
            <p:ph sz="quarter" idx="21"/>
          </p:nvPr>
        </p:nvSpPr>
        <p:spPr>
          <a:xfrm>
            <a:off x="249401" y="510639"/>
            <a:ext cx="3491600" cy="668241"/>
          </a:xfrm>
          <a:prstGeom prst="rect">
            <a:avLst/>
          </a:prstGeom>
          <a:solidFill>
            <a:srgbClr val="666666"/>
          </a:solidFill>
        </p:spPr>
        <p:txBody>
          <a:bodyPr anchor="ctr"/>
          <a:lstStyle>
            <a:lvl1pPr marL="0" indent="0"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10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233706" y="1427919"/>
            <a:ext cx="3554367" cy="781804"/>
          </a:xfrm>
          <a:prstGeom prst="rect">
            <a:avLst/>
          </a:prstGeom>
        </p:spPr>
        <p:txBody>
          <a:bodyPr/>
          <a:lstStyle>
            <a:lvl1pPr marL="342893" indent="-342893">
              <a:buFont typeface="Arial" pitchFamily="34" charset="0"/>
              <a:buChar char="•"/>
              <a:defRPr sz="1999">
                <a:solidFill>
                  <a:schemeClr val="accent5"/>
                </a:solidFill>
              </a:defRPr>
            </a:lvl1pPr>
            <a:lvl2pPr marL="801670" indent="-360354">
              <a:defRPr sz="1799"/>
            </a:lvl2pPr>
            <a:lvl3pPr marL="1171549" indent="-285742">
              <a:buSzPct val="60000"/>
              <a:buFont typeface="Arial" pitchFamily="34" charset="0"/>
              <a:buChar char="•"/>
              <a:defRPr sz="1599"/>
            </a:lvl3pPr>
            <a:lvl4pPr marL="838181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quarter" idx="19"/>
          </p:nvPr>
        </p:nvSpPr>
        <p:spPr>
          <a:xfrm>
            <a:off x="233706" y="1200947"/>
            <a:ext cx="3554367" cy="226845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1999" cap="all" baseline="0"/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7806400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8" descr="cart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06" y="296348"/>
            <a:ext cx="3662970" cy="14561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Espace réservé du graphique 32"/>
          <p:cNvSpPr>
            <a:spLocks noGrp="1"/>
          </p:cNvSpPr>
          <p:nvPr>
            <p:ph type="chart" sz="quarter" idx="13"/>
          </p:nvPr>
        </p:nvSpPr>
        <p:spPr>
          <a:xfrm>
            <a:off x="389512" y="1806422"/>
            <a:ext cx="1403031" cy="302460"/>
          </a:xfrm>
          <a:prstGeom prst="rect">
            <a:avLst/>
          </a:prstGeom>
        </p:spPr>
        <p:txBody>
          <a:bodyPr anchor="ctr"/>
          <a:lstStyle>
            <a:lvl1pPr marL="0" indent="0" algn="ctr">
              <a:defRPr sz="1200"/>
            </a:lvl1pPr>
          </a:lstStyle>
          <a:p>
            <a:pPr lvl="0"/>
            <a:r>
              <a:rPr lang="fr-FR" noProof="0" smtClean="0"/>
              <a:t>Cliquez sur l'icône pour ajouter un graphique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386270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Fin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8" descr="bandeau_intercalaire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3157" y="0"/>
            <a:ext cx="2526068" cy="240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Image 11" descr="bandeau_dernière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50"/>
          <a:stretch>
            <a:fillRect/>
          </a:stretch>
        </p:blipFill>
        <p:spPr bwMode="auto">
          <a:xfrm>
            <a:off x="1433157" y="2"/>
            <a:ext cx="2526068" cy="2033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91001" y="2031203"/>
            <a:ext cx="821462" cy="330338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ts val="1200"/>
              </a:lnSpc>
              <a:defRPr sz="850" b="0" cap="none" baseline="0">
                <a:solidFill>
                  <a:schemeClr val="bg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532559" y="2031203"/>
            <a:ext cx="1538302" cy="3303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200"/>
              </a:lnSpc>
              <a:spcAft>
                <a:spcPts val="0"/>
              </a:spcAft>
              <a:buFont typeface="Arial" pitchFamily="34" charset="0"/>
              <a:buNone/>
              <a:defRPr sz="800">
                <a:solidFill>
                  <a:schemeClr val="bg1"/>
                </a:solidFill>
              </a:defRPr>
            </a:lvl1pPr>
            <a:lvl2pPr marL="0" indent="0">
              <a:lnSpc>
                <a:spcPts val="1200"/>
              </a:lnSpc>
              <a:spcBef>
                <a:spcPts val="800"/>
              </a:spcBef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2pPr>
            <a:lvl3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3pPr>
            <a:lvl4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4pPr>
            <a:lvl5pPr marL="0" indent="0">
              <a:lnSpc>
                <a:spcPts val="1200"/>
              </a:lnSpc>
              <a:buFont typeface="Arial" pitchFamily="34" charset="0"/>
              <a:buNone/>
              <a:defRPr sz="650">
                <a:solidFill>
                  <a:schemeClr val="bg1"/>
                </a:solidFill>
              </a:defRPr>
            </a:lvl5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7138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e_CEA 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contenu 16"/>
          <p:cNvSpPr>
            <a:spLocks noGrp="1"/>
          </p:cNvSpPr>
          <p:nvPr>
            <p:ph sz="quarter" idx="18"/>
          </p:nvPr>
        </p:nvSpPr>
        <p:spPr>
          <a:xfrm>
            <a:off x="233620" y="570459"/>
            <a:ext cx="3554367" cy="1639266"/>
          </a:xfrm>
          <a:prstGeom prst="rect">
            <a:avLst/>
          </a:prstGeom>
        </p:spPr>
        <p:txBody>
          <a:bodyPr/>
          <a:lstStyle>
            <a:lvl1pPr marL="342893" indent="-342893">
              <a:buFont typeface="Arial" pitchFamily="34" charset="0"/>
              <a:buChar char="•"/>
              <a:defRPr sz="1999">
                <a:solidFill>
                  <a:schemeClr val="accent5"/>
                </a:solidFill>
              </a:defRPr>
            </a:lvl1pPr>
            <a:lvl2pPr marL="801670" indent="-360354">
              <a:buClrTx/>
              <a:buFont typeface="Wingdings" pitchFamily="2" charset="2"/>
              <a:buChar char="§"/>
              <a:defRPr sz="1799"/>
            </a:lvl2pPr>
            <a:lvl3pPr marL="1171549" indent="-285742">
              <a:buSzPct val="60000"/>
              <a:buFont typeface="Arial" pitchFamily="34" charset="0"/>
              <a:buChar char="•"/>
              <a:defRPr sz="1599"/>
            </a:lvl3pPr>
            <a:lvl4pPr marL="838181" indent="0">
              <a:buFont typeface="Arial" pitchFamily="34" charset="0"/>
              <a:buNone/>
              <a:defRPr/>
            </a:lvl4pPr>
          </a:lstStyle>
          <a:p>
            <a:pPr lvl="0"/>
            <a:r>
              <a:rPr lang="fr-FR" dirty="0" smtClean="0"/>
              <a:t>Modifiez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</p:txBody>
      </p:sp>
      <p:sp>
        <p:nvSpPr>
          <p:cNvPr id="5" name="Titre 1"/>
          <p:cNvSpPr>
            <a:spLocks noGrp="1"/>
          </p:cNvSpPr>
          <p:nvPr>
            <p:ph type="title"/>
          </p:nvPr>
        </p:nvSpPr>
        <p:spPr>
          <a:xfrm>
            <a:off x="233620" y="343482"/>
            <a:ext cx="3563303" cy="226950"/>
          </a:xfrm>
          <a:prstGeom prst="rect">
            <a:avLst/>
          </a:prstGeom>
        </p:spPr>
        <p:txBody>
          <a:bodyPr anchor="ctr" anchorCtr="0"/>
          <a:lstStyle>
            <a:lvl1pPr algn="l">
              <a:defRPr lang="fr-FR" sz="1999" b="1" kern="1200" cap="all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fr-FR" smtClean="0"/>
              <a:t>Modifiez le style du titre</a:t>
            </a:r>
            <a:endParaRPr lang="fr-FR" dirty="0"/>
          </a:p>
        </p:txBody>
      </p:sp>
      <p:sp>
        <p:nvSpPr>
          <p:cNvPr id="7" name="Espace réservé du texte 2"/>
          <p:cNvSpPr>
            <a:spLocks noGrp="1"/>
          </p:cNvSpPr>
          <p:nvPr>
            <p:ph type="body" sz="quarter" idx="19"/>
          </p:nvPr>
        </p:nvSpPr>
        <p:spPr>
          <a:xfrm>
            <a:off x="826213" y="32311"/>
            <a:ext cx="2088754" cy="201825"/>
          </a:xfrm>
          <a:prstGeom prst="rect">
            <a:avLst/>
          </a:prstGeom>
        </p:spPr>
        <p:txBody>
          <a:bodyPr anchor="ctr"/>
          <a:lstStyle>
            <a:lvl1pPr algn="l">
              <a:defRPr sz="1999" b="1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2492834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" descr="C:\Users\mp222957\Desktop\LOGO perso\LOGOS 2\List\List_vectoriel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258" y="78398"/>
            <a:ext cx="395922" cy="1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1999" b="1" kern="1200" cap="all">
          <a:solidFill>
            <a:schemeClr val="bg1"/>
          </a:solidFill>
          <a:latin typeface="+mj-lt"/>
          <a:ea typeface="+mj-ea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1999" b="1">
          <a:solidFill>
            <a:schemeClr val="bg1"/>
          </a:solidFill>
          <a:latin typeface="Arial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1999" b="1">
          <a:solidFill>
            <a:schemeClr val="bg1"/>
          </a:solidFill>
          <a:latin typeface="Arial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1999" b="1">
          <a:solidFill>
            <a:schemeClr val="bg1"/>
          </a:solidFill>
          <a:latin typeface="Arial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1999" b="1">
          <a:solidFill>
            <a:schemeClr val="bg1"/>
          </a:solidFill>
          <a:latin typeface="Arial" charset="0"/>
        </a:defRPr>
      </a:lvl5pPr>
      <a:lvl6pPr marL="457189" algn="r" rtl="0" fontAlgn="base">
        <a:spcBef>
          <a:spcPct val="0"/>
        </a:spcBef>
        <a:spcAft>
          <a:spcPct val="0"/>
        </a:spcAft>
        <a:defRPr sz="1999" b="1">
          <a:solidFill>
            <a:schemeClr val="bg1"/>
          </a:solidFill>
          <a:latin typeface="Arial" charset="0"/>
        </a:defRPr>
      </a:lvl6pPr>
      <a:lvl7pPr marL="914380" algn="r" rtl="0" fontAlgn="base">
        <a:spcBef>
          <a:spcPct val="0"/>
        </a:spcBef>
        <a:spcAft>
          <a:spcPct val="0"/>
        </a:spcAft>
        <a:defRPr sz="1999" b="1">
          <a:solidFill>
            <a:schemeClr val="bg1"/>
          </a:solidFill>
          <a:latin typeface="Arial" charset="0"/>
        </a:defRPr>
      </a:lvl7pPr>
      <a:lvl8pPr marL="1371569" algn="r" rtl="0" fontAlgn="base">
        <a:spcBef>
          <a:spcPct val="0"/>
        </a:spcBef>
        <a:spcAft>
          <a:spcPct val="0"/>
        </a:spcAft>
        <a:defRPr sz="1999" b="1">
          <a:solidFill>
            <a:schemeClr val="bg1"/>
          </a:solidFill>
          <a:latin typeface="Arial" charset="0"/>
        </a:defRPr>
      </a:lvl8pPr>
      <a:lvl9pPr marL="1828760" algn="r" rtl="0" fontAlgn="base">
        <a:spcBef>
          <a:spcPct val="0"/>
        </a:spcBef>
        <a:spcAft>
          <a:spcPct val="0"/>
        </a:spcAft>
        <a:defRPr sz="1999" b="1">
          <a:solidFill>
            <a:schemeClr val="bg1"/>
          </a:solidFill>
          <a:latin typeface="Arial" charset="0"/>
        </a:defRPr>
      </a:lvl9pPr>
    </p:titleStyle>
    <p:bodyStyle>
      <a:lvl1pPr algn="l" rtl="0" eaLnBrk="0" fontAlgn="base" hangingPunct="0">
        <a:spcBef>
          <a:spcPct val="0"/>
        </a:spcBef>
        <a:spcAft>
          <a:spcPts val="400"/>
        </a:spcAft>
        <a:buFont typeface="Arial" charset="0"/>
        <a:defRPr sz="2399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360354" indent="-360354" algn="l" rtl="0" eaLnBrk="0" fontAlgn="base" hangingPunct="0">
        <a:spcBef>
          <a:spcPct val="0"/>
        </a:spcBef>
        <a:spcAft>
          <a:spcPct val="0"/>
        </a:spcAft>
        <a:buSzPct val="100000"/>
        <a:buFont typeface="Arial" charset="0"/>
        <a:buChar char="•"/>
        <a:defRPr sz="1999" kern="1200">
          <a:solidFill>
            <a:srgbClr val="5F5F5F"/>
          </a:solidFill>
          <a:latin typeface="+mn-lt"/>
          <a:ea typeface="+mn-ea"/>
          <a:cs typeface="+mn-cs"/>
        </a:defRPr>
      </a:lvl2pPr>
      <a:lvl3pPr marL="647685" indent="-285742" algn="l" rtl="0" eaLnBrk="0" fontAlgn="base" hangingPunct="0">
        <a:spcBef>
          <a:spcPct val="0"/>
        </a:spcBef>
        <a:spcAft>
          <a:spcPct val="0"/>
        </a:spcAft>
        <a:buSzPct val="75000"/>
        <a:buFont typeface="Arial" charset="0"/>
        <a:buChar char="•"/>
        <a:defRPr kern="1200">
          <a:solidFill>
            <a:srgbClr val="5F5F5F"/>
          </a:solidFill>
          <a:latin typeface="+mn-lt"/>
          <a:ea typeface="+mn-ea"/>
          <a:cs typeface="+mn-cs"/>
        </a:defRPr>
      </a:lvl3pPr>
      <a:lvl4pPr marL="1009629" indent="-238121" algn="l" rtl="0" eaLnBrk="0" fontAlgn="base" hangingPunct="0">
        <a:lnSpc>
          <a:spcPts val="1999"/>
        </a:lnSpc>
        <a:spcBef>
          <a:spcPct val="0"/>
        </a:spcBef>
        <a:spcAft>
          <a:spcPct val="0"/>
        </a:spcAft>
        <a:buClr>
          <a:srgbClr val="666666"/>
        </a:buClr>
        <a:buSzPct val="36000"/>
        <a:buBlip>
          <a:blip r:embed="rId14"/>
        </a:buBlip>
        <a:defRPr sz="1599" kern="1200">
          <a:solidFill>
            <a:srgbClr val="666666"/>
          </a:solidFill>
          <a:latin typeface="+mn-lt"/>
          <a:ea typeface="+mn-ea"/>
          <a:cs typeface="+mn-cs"/>
        </a:defRPr>
      </a:lvl4pPr>
      <a:lvl5pPr marL="1133450" indent="-114297" algn="l" rtl="0" eaLnBrk="0" fontAlgn="base" hangingPunct="0">
        <a:lnSpc>
          <a:spcPts val="1999"/>
        </a:lnSpc>
        <a:spcBef>
          <a:spcPct val="0"/>
        </a:spcBef>
        <a:spcAft>
          <a:spcPct val="0"/>
        </a:spcAft>
        <a:buClr>
          <a:srgbClr val="666666"/>
        </a:buClr>
        <a:buFont typeface="Arial" charset="0"/>
        <a:buChar char="-"/>
        <a:defRPr sz="1599" kern="1200">
          <a:solidFill>
            <a:srgbClr val="666666"/>
          </a:solidFill>
          <a:latin typeface="+mn-lt"/>
          <a:ea typeface="+mn-ea"/>
          <a:cs typeface="+mn-cs"/>
        </a:defRPr>
      </a:lvl5pPr>
      <a:lvl6pPr marL="2514543" indent="-228595" algn="l" defTabSz="914380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1732" indent="-228595" algn="l" defTabSz="914380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8923" indent="-228595" algn="l" defTabSz="914380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6112" indent="-228595" algn="l" defTabSz="914380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38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8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380" algn="l" defTabSz="91438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9" algn="l" defTabSz="91438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760" algn="l" defTabSz="91438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8" algn="l" defTabSz="91438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9" algn="l" defTabSz="91438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8" algn="l" defTabSz="91438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519" algn="l" defTabSz="914380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roupe 104"/>
          <p:cNvGrpSpPr/>
          <p:nvPr/>
        </p:nvGrpSpPr>
        <p:grpSpPr>
          <a:xfrm>
            <a:off x="37800" y="-23192"/>
            <a:ext cx="4174060" cy="2377684"/>
            <a:chOff x="1125554" y="36041"/>
            <a:chExt cx="4174060" cy="2377684"/>
          </a:xfrm>
        </p:grpSpPr>
        <p:sp>
          <p:nvSpPr>
            <p:cNvPr id="106" name="Organigramme : Document 105"/>
            <p:cNvSpPr/>
            <p:nvPr/>
          </p:nvSpPr>
          <p:spPr>
            <a:xfrm>
              <a:off x="3897863" y="671403"/>
              <a:ext cx="1106424" cy="612648"/>
            </a:xfrm>
            <a:prstGeom prst="flowChartDocument">
              <a:avLst/>
            </a:prstGeom>
            <a:solidFill>
              <a:srgbClr val="9966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99" dirty="0">
                  <a:solidFill>
                    <a:schemeClr val="bg1"/>
                  </a:solidFill>
                </a:rPr>
                <a:t>Generated Code</a:t>
              </a:r>
            </a:p>
          </p:txBody>
        </p:sp>
        <p:cxnSp>
          <p:nvCxnSpPr>
            <p:cNvPr id="107" name="Connecteur droit avec flèche 106"/>
            <p:cNvCxnSpPr>
              <a:stCxn id="108" idx="3"/>
              <a:endCxn id="106" idx="1"/>
            </p:cNvCxnSpPr>
            <p:nvPr/>
          </p:nvCxnSpPr>
          <p:spPr>
            <a:xfrm>
              <a:off x="2234061" y="977727"/>
              <a:ext cx="166380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Organigramme : Document 107"/>
            <p:cNvSpPr/>
            <p:nvPr/>
          </p:nvSpPr>
          <p:spPr>
            <a:xfrm>
              <a:off x="1125554" y="671403"/>
              <a:ext cx="1108507" cy="612648"/>
            </a:xfrm>
            <a:prstGeom prst="flowChartDocument">
              <a:avLst/>
            </a:prstGeom>
            <a:solidFill>
              <a:srgbClr val="9999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99" dirty="0">
                  <a:solidFill>
                    <a:schemeClr val="bg1"/>
                  </a:solidFill>
                </a:rPr>
                <a:t>Generated Model</a:t>
              </a:r>
            </a:p>
          </p:txBody>
        </p:sp>
        <p:cxnSp>
          <p:nvCxnSpPr>
            <p:cNvPr id="109" name="Connecteur droit avec flèche 108"/>
            <p:cNvCxnSpPr>
              <a:endCxn id="108" idx="0"/>
            </p:cNvCxnSpPr>
            <p:nvPr/>
          </p:nvCxnSpPr>
          <p:spPr>
            <a:xfrm>
              <a:off x="1679808" y="167345"/>
              <a:ext cx="2" cy="5040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Ellipse 109"/>
            <p:cNvSpPr/>
            <p:nvPr/>
          </p:nvSpPr>
          <p:spPr>
            <a:xfrm>
              <a:off x="1743508" y="180677"/>
              <a:ext cx="253768" cy="253768"/>
            </a:xfrm>
            <a:prstGeom prst="ellipse">
              <a:avLst/>
            </a:prstGeom>
            <a:solidFill>
              <a:srgbClr val="9933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99" dirty="0"/>
                <a:t>1</a:t>
              </a:r>
            </a:p>
          </p:txBody>
        </p:sp>
        <p:sp>
          <p:nvSpPr>
            <p:cNvPr id="111" name="ZoneTexte 110"/>
            <p:cNvSpPr txBox="1"/>
            <p:nvPr/>
          </p:nvSpPr>
          <p:spPr>
            <a:xfrm>
              <a:off x="1981864" y="36041"/>
              <a:ext cx="1520925" cy="5229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99" dirty="0"/>
                <a:t>Randomly Generate Model</a:t>
              </a:r>
            </a:p>
          </p:txBody>
        </p:sp>
        <p:sp>
          <p:nvSpPr>
            <p:cNvPr id="112" name="Organigramme : Document 111"/>
            <p:cNvSpPr/>
            <p:nvPr/>
          </p:nvSpPr>
          <p:spPr>
            <a:xfrm>
              <a:off x="1125554" y="1801077"/>
              <a:ext cx="1108507" cy="612648"/>
            </a:xfrm>
            <a:prstGeom prst="flowChartDocument">
              <a:avLst/>
            </a:prstGeom>
            <a:solidFill>
              <a:srgbClr val="9999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99" dirty="0">
                  <a:solidFill>
                    <a:schemeClr val="bg1"/>
                  </a:solidFill>
                </a:rPr>
                <a:t>Edited Model</a:t>
              </a:r>
            </a:p>
          </p:txBody>
        </p:sp>
        <p:cxnSp>
          <p:nvCxnSpPr>
            <p:cNvPr id="113" name="Connecteur en angle 112"/>
            <p:cNvCxnSpPr>
              <a:stCxn id="108" idx="2"/>
              <a:endCxn id="112" idx="0"/>
            </p:cNvCxnSpPr>
            <p:nvPr/>
          </p:nvCxnSpPr>
          <p:spPr>
            <a:xfrm rot="5400000">
              <a:off x="1401042" y="1522313"/>
              <a:ext cx="557528" cy="2"/>
            </a:xfrm>
            <a:prstGeom prst="bentConnector3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4" name="Groupe 113"/>
            <p:cNvGrpSpPr/>
            <p:nvPr/>
          </p:nvGrpSpPr>
          <p:grpSpPr>
            <a:xfrm>
              <a:off x="1385355" y="1341780"/>
              <a:ext cx="1518810" cy="307648"/>
              <a:chOff x="1143494" y="2573082"/>
              <a:chExt cx="1518810" cy="307648"/>
            </a:xfrm>
          </p:grpSpPr>
          <p:sp>
            <p:nvSpPr>
              <p:cNvPr id="126" name="Ellipse 125"/>
              <p:cNvSpPr/>
              <p:nvPr/>
            </p:nvSpPr>
            <p:spPr>
              <a:xfrm>
                <a:off x="1143494" y="2600086"/>
                <a:ext cx="253769" cy="253769"/>
              </a:xfrm>
              <a:prstGeom prst="ellipse">
                <a:avLst/>
              </a:prstGeom>
              <a:solidFill>
                <a:srgbClr val="9933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99" dirty="0"/>
                  <a:t>3</a:t>
                </a:r>
              </a:p>
            </p:txBody>
          </p:sp>
          <p:sp>
            <p:nvSpPr>
              <p:cNvPr id="127" name="ZoneTexte 126"/>
              <p:cNvSpPr txBox="1"/>
              <p:nvPr/>
            </p:nvSpPr>
            <p:spPr>
              <a:xfrm>
                <a:off x="1381853" y="2573082"/>
                <a:ext cx="1280451" cy="3076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399" dirty="0"/>
                  <a:t>Edit Model</a:t>
                </a:r>
              </a:p>
            </p:txBody>
          </p:sp>
        </p:grpSp>
        <p:sp>
          <p:nvSpPr>
            <p:cNvPr id="115" name="Organigramme : Document 114"/>
            <p:cNvSpPr/>
            <p:nvPr/>
          </p:nvSpPr>
          <p:spPr>
            <a:xfrm>
              <a:off x="3897863" y="1798936"/>
              <a:ext cx="1110230" cy="612648"/>
            </a:xfrm>
            <a:prstGeom prst="flowChartDocument">
              <a:avLst/>
            </a:prstGeom>
            <a:solidFill>
              <a:srgbClr val="9966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99" dirty="0">
                  <a:solidFill>
                    <a:schemeClr val="bg1"/>
                  </a:solidFill>
                </a:rPr>
                <a:t>Edited Code</a:t>
              </a:r>
            </a:p>
          </p:txBody>
        </p:sp>
        <p:cxnSp>
          <p:nvCxnSpPr>
            <p:cNvPr id="116" name="Connecteur droit avec flèche 115"/>
            <p:cNvCxnSpPr>
              <a:stCxn id="112" idx="3"/>
              <a:endCxn id="115" idx="1"/>
            </p:cNvCxnSpPr>
            <p:nvPr/>
          </p:nvCxnSpPr>
          <p:spPr>
            <a:xfrm flipV="1">
              <a:off x="2234061" y="2105261"/>
              <a:ext cx="1663802" cy="2141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lg"/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7" name="Groupe 116"/>
            <p:cNvGrpSpPr/>
            <p:nvPr/>
          </p:nvGrpSpPr>
          <p:grpSpPr>
            <a:xfrm>
              <a:off x="2415805" y="1841946"/>
              <a:ext cx="1518810" cy="522964"/>
              <a:chOff x="2173941" y="3073249"/>
              <a:chExt cx="1518810" cy="522963"/>
            </a:xfrm>
          </p:grpSpPr>
          <p:sp>
            <p:nvSpPr>
              <p:cNvPr id="124" name="Ellipse 123"/>
              <p:cNvSpPr/>
              <p:nvPr/>
            </p:nvSpPr>
            <p:spPr>
              <a:xfrm>
                <a:off x="2173941" y="3217881"/>
                <a:ext cx="253769" cy="253769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99" dirty="0"/>
                  <a:t>5</a:t>
                </a:r>
              </a:p>
            </p:txBody>
          </p:sp>
          <p:sp>
            <p:nvSpPr>
              <p:cNvPr id="125" name="ZoneTexte 124"/>
              <p:cNvSpPr txBox="1"/>
              <p:nvPr/>
            </p:nvSpPr>
            <p:spPr>
              <a:xfrm>
                <a:off x="2412300" y="3073249"/>
                <a:ext cx="1280451" cy="5229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399" dirty="0"/>
                  <a:t>Synchronize and </a:t>
                </a:r>
                <a:r>
                  <a:rPr lang="en-US" sz="1399" dirty="0" smtClean="0"/>
                  <a:t>Assess</a:t>
                </a:r>
                <a:endParaRPr lang="en-US" sz="1399" dirty="0"/>
              </a:p>
            </p:txBody>
          </p:sp>
        </p:grpSp>
        <p:grpSp>
          <p:nvGrpSpPr>
            <p:cNvPr id="118" name="Groupe 117"/>
            <p:cNvGrpSpPr/>
            <p:nvPr/>
          </p:nvGrpSpPr>
          <p:grpSpPr>
            <a:xfrm>
              <a:off x="2358327" y="695866"/>
              <a:ext cx="1518810" cy="522964"/>
              <a:chOff x="2091496" y="1927166"/>
              <a:chExt cx="1518810" cy="522963"/>
            </a:xfrm>
          </p:grpSpPr>
          <p:sp>
            <p:nvSpPr>
              <p:cNvPr id="122" name="Ellipse 121"/>
              <p:cNvSpPr/>
              <p:nvPr/>
            </p:nvSpPr>
            <p:spPr>
              <a:xfrm>
                <a:off x="2091496" y="2071798"/>
                <a:ext cx="253769" cy="253769"/>
              </a:xfrm>
              <a:prstGeom prst="ellipse">
                <a:avLst/>
              </a:prstGeom>
              <a:solidFill>
                <a:srgbClr val="9933FF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399" dirty="0"/>
                  <a:t>2</a:t>
                </a:r>
              </a:p>
            </p:txBody>
          </p:sp>
          <p:sp>
            <p:nvSpPr>
              <p:cNvPr id="123" name="ZoneTexte 122"/>
              <p:cNvSpPr txBox="1"/>
              <p:nvPr/>
            </p:nvSpPr>
            <p:spPr>
              <a:xfrm>
                <a:off x="2329855" y="1927166"/>
                <a:ext cx="1280451" cy="5229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399" dirty="0"/>
                  <a:t>Generate Code (Batch)</a:t>
                </a:r>
              </a:p>
            </p:txBody>
          </p:sp>
        </p:grpSp>
        <p:cxnSp>
          <p:nvCxnSpPr>
            <p:cNvPr id="119" name="Connecteur droit avec flèche 118"/>
            <p:cNvCxnSpPr>
              <a:stCxn id="106" idx="2"/>
              <a:endCxn id="115" idx="0"/>
            </p:cNvCxnSpPr>
            <p:nvPr/>
          </p:nvCxnSpPr>
          <p:spPr>
            <a:xfrm>
              <a:off x="4451074" y="1243547"/>
              <a:ext cx="1903" cy="55538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Ellipse 119"/>
            <p:cNvSpPr/>
            <p:nvPr/>
          </p:nvSpPr>
          <p:spPr>
            <a:xfrm>
              <a:off x="3780806" y="1377075"/>
              <a:ext cx="253768" cy="253768"/>
            </a:xfrm>
            <a:prstGeom prst="ellipse">
              <a:avLst/>
            </a:prstGeom>
            <a:solidFill>
              <a:srgbClr val="9933FF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99" dirty="0"/>
                <a:t>4</a:t>
              </a:r>
            </a:p>
          </p:txBody>
        </p:sp>
        <p:sp>
          <p:nvSpPr>
            <p:cNvPr id="121" name="ZoneTexte 120"/>
            <p:cNvSpPr txBox="1"/>
            <p:nvPr/>
          </p:nvSpPr>
          <p:spPr>
            <a:xfrm>
              <a:off x="4019163" y="1350070"/>
              <a:ext cx="1280451" cy="307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99" dirty="0"/>
                <a:t>Edit Code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2262592"/>
      </p:ext>
    </p:extLst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EA_Tech_List">
  <a:themeElements>
    <a:clrScheme name="CEA Tech">
      <a:dk1>
        <a:sysClr val="windowText" lastClr="000000"/>
      </a:dk1>
      <a:lt1>
        <a:sysClr val="window" lastClr="FFFFFF"/>
      </a:lt1>
      <a:dk2>
        <a:srgbClr val="E60019"/>
      </a:dk2>
      <a:lt2>
        <a:srgbClr val="FFFFFF"/>
      </a:lt2>
      <a:accent1>
        <a:srgbClr val="E60019"/>
      </a:accent1>
      <a:accent2>
        <a:srgbClr val="91C30A"/>
      </a:accent2>
      <a:accent3>
        <a:srgbClr val="87000A"/>
      </a:accent3>
      <a:accent4>
        <a:srgbClr val="0A6E28"/>
      </a:accent4>
      <a:accent5>
        <a:srgbClr val="5F5F5F"/>
      </a:accent5>
      <a:accent6>
        <a:srgbClr val="5F5F5F"/>
      </a:accent6>
      <a:hlink>
        <a:srgbClr val="91C30A"/>
      </a:hlink>
      <a:folHlink>
        <a:srgbClr val="0A6E28"/>
      </a:folHlink>
    </a:clrScheme>
    <a:fontScheme name="CE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CEA_Tech_List</Template>
  <TotalTime>10846</TotalTime>
  <Words>29</Words>
  <Application>Microsoft Office PowerPoint</Application>
  <PresentationFormat>Personnalisé</PresentationFormat>
  <Paragraphs>15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Wingdings</vt:lpstr>
      <vt:lpstr>CEA_Tech_List</vt:lpstr>
      <vt:lpstr>Présentation PowerPoint</vt:lpstr>
    </vt:vector>
  </TitlesOfParts>
  <Company>CEA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Papyrus Model-Code Synchronization: Tooling Proposition and Tasks Status</dc:title>
  <dc:creator>shuai.li@cea.fr</dc:creator>
  <cp:lastModifiedBy>LI Shuai</cp:lastModifiedBy>
  <cp:revision>3796</cp:revision>
  <dcterms:created xsi:type="dcterms:W3CDTF">2013-02-01T10:51:35Z</dcterms:created>
  <dcterms:modified xsi:type="dcterms:W3CDTF">2016-04-29T14:17:44Z</dcterms:modified>
</cp:coreProperties>
</file>