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15" r:id="rId2"/>
  </p:sldIdLst>
  <p:sldSz cx="6832600" cy="1285875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2319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463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69581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92775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1159688" algn="l" defTabSz="46387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1391625" algn="l" defTabSz="46387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1623563" algn="l" defTabSz="46387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1855500" algn="l" defTabSz="46387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05" userDrawn="1">
          <p15:clr>
            <a:srgbClr val="A4A3A4"/>
          </p15:clr>
        </p15:guide>
        <p15:guide id="2" pos="21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7" clrIdx="0"/>
  <p:cmAuthor id="1" name="RADERMACHER Ansgar 206501" initials="RA2" lastIdx="1" clrIdx="1">
    <p:extLst>
      <p:ext uri="{19B8F6BF-5375-455C-9EA6-DF929625EA0E}">
        <p15:presenceInfo xmlns:p15="http://schemas.microsoft.com/office/powerpoint/2012/main" userId="S-1-5-21-1801674531-299502267-839522115-408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  <a:srgbClr val="9933FF"/>
    <a:srgbClr val="CC9900"/>
    <a:srgbClr val="C7E4FF"/>
    <a:srgbClr val="FE7900"/>
    <a:srgbClr val="E9F3CE"/>
    <a:srgbClr val="D2FEC4"/>
    <a:srgbClr val="C9F651"/>
    <a:srgbClr val="EDFCC5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4067" autoAdjust="0"/>
  </p:normalViewPr>
  <p:slideViewPr>
    <p:cSldViewPr>
      <p:cViewPr varScale="1">
        <p:scale>
          <a:sx n="250" d="100"/>
          <a:sy n="250" d="100"/>
        </p:scale>
        <p:origin x="154" y="1411"/>
      </p:cViewPr>
      <p:guideLst>
        <p:guide orient="horz" pos="405"/>
        <p:guide pos="2152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26/04/2016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26/04/2016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5680075" y="685800"/>
            <a:ext cx="182181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609" kern="1200">
        <a:solidFill>
          <a:schemeClr val="tx1"/>
        </a:solidFill>
        <a:latin typeface="+mn-lt"/>
        <a:ea typeface="+mn-ea"/>
        <a:cs typeface="+mn-cs"/>
      </a:defRPr>
    </a:lvl1pPr>
    <a:lvl2pPr marL="231938" algn="l" rtl="0" eaLnBrk="0" fontAlgn="base" hangingPunct="0">
      <a:spcBef>
        <a:spcPct val="30000"/>
      </a:spcBef>
      <a:spcAft>
        <a:spcPct val="0"/>
      </a:spcAft>
      <a:defRPr sz="609" kern="1200">
        <a:solidFill>
          <a:schemeClr val="tx1"/>
        </a:solidFill>
        <a:latin typeface="+mn-lt"/>
        <a:ea typeface="+mn-ea"/>
        <a:cs typeface="+mn-cs"/>
      </a:defRPr>
    </a:lvl2pPr>
    <a:lvl3pPr marL="463875" algn="l" rtl="0" eaLnBrk="0" fontAlgn="base" hangingPunct="0">
      <a:spcBef>
        <a:spcPct val="30000"/>
      </a:spcBef>
      <a:spcAft>
        <a:spcPct val="0"/>
      </a:spcAft>
      <a:defRPr sz="609" kern="1200">
        <a:solidFill>
          <a:schemeClr val="tx1"/>
        </a:solidFill>
        <a:latin typeface="+mn-lt"/>
        <a:ea typeface="+mn-ea"/>
        <a:cs typeface="+mn-cs"/>
      </a:defRPr>
    </a:lvl3pPr>
    <a:lvl4pPr marL="695813" algn="l" rtl="0" eaLnBrk="0" fontAlgn="base" hangingPunct="0">
      <a:spcBef>
        <a:spcPct val="30000"/>
      </a:spcBef>
      <a:spcAft>
        <a:spcPct val="0"/>
      </a:spcAft>
      <a:defRPr sz="609" kern="1200">
        <a:solidFill>
          <a:schemeClr val="tx1"/>
        </a:solidFill>
        <a:latin typeface="+mn-lt"/>
        <a:ea typeface="+mn-ea"/>
        <a:cs typeface="+mn-cs"/>
      </a:defRPr>
    </a:lvl4pPr>
    <a:lvl5pPr marL="927750" algn="l" rtl="0" eaLnBrk="0" fontAlgn="base" hangingPunct="0">
      <a:spcBef>
        <a:spcPct val="30000"/>
      </a:spcBef>
      <a:spcAft>
        <a:spcPct val="0"/>
      </a:spcAft>
      <a:defRPr sz="609" kern="1200">
        <a:solidFill>
          <a:schemeClr val="tx1"/>
        </a:solidFill>
        <a:latin typeface="+mn-lt"/>
        <a:ea typeface="+mn-ea"/>
        <a:cs typeface="+mn-cs"/>
      </a:defRPr>
    </a:lvl5pPr>
    <a:lvl6pPr marL="1159688" algn="l" defTabSz="463875" rtl="0" eaLnBrk="1" latinLnBrk="0" hangingPunct="1">
      <a:defRPr sz="609" kern="1200">
        <a:solidFill>
          <a:schemeClr val="tx1"/>
        </a:solidFill>
        <a:latin typeface="+mn-lt"/>
        <a:ea typeface="+mn-ea"/>
        <a:cs typeface="+mn-cs"/>
      </a:defRPr>
    </a:lvl6pPr>
    <a:lvl7pPr marL="1391625" algn="l" defTabSz="463875" rtl="0" eaLnBrk="1" latinLnBrk="0" hangingPunct="1">
      <a:defRPr sz="609" kern="1200">
        <a:solidFill>
          <a:schemeClr val="tx1"/>
        </a:solidFill>
        <a:latin typeface="+mn-lt"/>
        <a:ea typeface="+mn-ea"/>
        <a:cs typeface="+mn-cs"/>
      </a:defRPr>
    </a:lvl7pPr>
    <a:lvl8pPr marL="1623563" algn="l" defTabSz="463875" rtl="0" eaLnBrk="1" latinLnBrk="0" hangingPunct="1">
      <a:defRPr sz="609" kern="1200">
        <a:solidFill>
          <a:schemeClr val="tx1"/>
        </a:solidFill>
        <a:latin typeface="+mn-lt"/>
        <a:ea typeface="+mn-ea"/>
        <a:cs typeface="+mn-cs"/>
      </a:defRPr>
    </a:lvl8pPr>
    <a:lvl9pPr marL="1855500" algn="l" defTabSz="463875" rtl="0" eaLnBrk="1" latinLnBrk="0" hangingPunct="1">
      <a:defRPr sz="60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5680075" y="685800"/>
            <a:ext cx="1821815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762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124512" cy="129093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7" y="958751"/>
            <a:ext cx="843399" cy="70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24512" y="1264146"/>
            <a:ext cx="4708088" cy="26789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74" y="191393"/>
            <a:ext cx="1788813" cy="118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020" y="1189137"/>
            <a:ext cx="591922" cy="45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179078" y="1184970"/>
            <a:ext cx="553962" cy="5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86376" y="291898"/>
            <a:ext cx="4412089" cy="497594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2285837" y="791468"/>
            <a:ext cx="4412721" cy="297061"/>
          </a:xfrm>
          <a:prstGeom prst="rect">
            <a:avLst/>
          </a:prstGeom>
        </p:spPr>
        <p:txBody>
          <a:bodyPr anchor="ctr" anchorCtr="0"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124512" cy="129093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124512" y="1264146"/>
            <a:ext cx="4708088" cy="26789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74" y="191393"/>
            <a:ext cx="1788813" cy="118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7" y="958751"/>
            <a:ext cx="843399" cy="70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571" y="1184374"/>
            <a:ext cx="591922" cy="45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138747" y="1178421"/>
            <a:ext cx="553962" cy="5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124957" y="759717"/>
            <a:ext cx="4707642" cy="39825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2286376" y="291898"/>
            <a:ext cx="4412089" cy="37804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2285837" y="670024"/>
            <a:ext cx="4412721" cy="53876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2124512" cy="129093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124512" y="1264146"/>
            <a:ext cx="4708088" cy="26789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74" y="191393"/>
            <a:ext cx="1788813" cy="118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7" y="958751"/>
            <a:ext cx="843399" cy="70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386" y="1184970"/>
            <a:ext cx="591922" cy="45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148236" y="1178421"/>
            <a:ext cx="553962" cy="5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2286376" y="291898"/>
            <a:ext cx="4412089" cy="37804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124957" y="759717"/>
            <a:ext cx="1568270" cy="39825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3692263" y="759717"/>
            <a:ext cx="1568270" cy="39825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5265900" y="759717"/>
            <a:ext cx="1568270" cy="39825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2285837" y="670024"/>
            <a:ext cx="4412721" cy="53876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9" y="0"/>
            <a:ext cx="435934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2743800" y="365550"/>
            <a:ext cx="4008471" cy="88495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2743800" y="48872"/>
            <a:ext cx="3954665" cy="297033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200"/>
              </a:lnSpc>
              <a:spcAft>
                <a:spcPts val="0"/>
              </a:spcAft>
              <a:buNone/>
              <a:defRPr sz="85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313" y="305400"/>
            <a:ext cx="6133920" cy="87759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03313" y="183951"/>
            <a:ext cx="6133920" cy="12144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3846700" y="378000"/>
            <a:ext cx="2609300" cy="691875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314" y="305400"/>
            <a:ext cx="3335823" cy="87759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03314" y="183951"/>
            <a:ext cx="3335823" cy="12144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3846700" y="378000"/>
            <a:ext cx="2609300" cy="37125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3846700" y="749925"/>
            <a:ext cx="1304650" cy="317925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5151350" y="749925"/>
            <a:ext cx="1304650" cy="317925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314" y="305400"/>
            <a:ext cx="3335823" cy="87759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03314" y="183951"/>
            <a:ext cx="3335823" cy="12144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430400" y="273375"/>
            <a:ext cx="6025600" cy="35775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313" y="764451"/>
            <a:ext cx="6133920" cy="41854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403313" y="642937"/>
            <a:ext cx="6133920" cy="12144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34" y="158651"/>
            <a:ext cx="6321341" cy="7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672195" y="967085"/>
            <a:ext cx="2421269" cy="161925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20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59" y="0"/>
            <a:ext cx="435934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2473259" y="0"/>
            <a:ext cx="4359341" cy="1088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270" y="1087425"/>
            <a:ext cx="1417630" cy="17685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"/>
              </a:lnSpc>
              <a:defRPr sz="850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44797" y="1087425"/>
            <a:ext cx="2654712" cy="1768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ts val="1200"/>
              </a:lnSpc>
              <a:spcBef>
                <a:spcPts val="800"/>
              </a:spcBef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3pPr>
            <a:lvl4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4pPr>
            <a:lvl5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403165" y="305400"/>
            <a:ext cx="6133920" cy="87759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buClrTx/>
              <a:buFont typeface="Wingdings" pitchFamily="2" charset="2"/>
              <a:buChar char="§"/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403165" y="183887"/>
            <a:ext cx="6149340" cy="12150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20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425831" y="17297"/>
            <a:ext cx="3604649" cy="108049"/>
          </a:xfrm>
          <a:prstGeom prst="rect">
            <a:avLst/>
          </a:prstGeom>
        </p:spPr>
        <p:txBody>
          <a:bodyPr anchor="ctr"/>
          <a:lstStyle>
            <a:lvl1pPr algn="l">
              <a:defRPr sz="2000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905" y="41970"/>
            <a:ext cx="683260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400"/>
        </a:spcAft>
        <a:buFont typeface="Arial" charset="0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60363" indent="-360363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2000" kern="1200">
          <a:solidFill>
            <a:srgbClr val="5F5F5F"/>
          </a:solidFill>
          <a:latin typeface="+mn-lt"/>
          <a:ea typeface="+mn-ea"/>
          <a:cs typeface="+mn-cs"/>
        </a:defRPr>
      </a:lvl2pPr>
      <a:lvl3pPr marL="647700" indent="-285750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009650" indent="-238125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4"/>
        </a:buBlip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133475" indent="-114300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16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/>
          <p:cNvGrpSpPr/>
          <p:nvPr/>
        </p:nvGrpSpPr>
        <p:grpSpPr>
          <a:xfrm>
            <a:off x="4579" y="36458"/>
            <a:ext cx="6823443" cy="1212959"/>
            <a:chOff x="871205" y="1690923"/>
            <a:chExt cx="6823443" cy="1212959"/>
          </a:xfrm>
        </p:grpSpPr>
        <p:sp>
          <p:nvSpPr>
            <p:cNvPr id="17" name="Ellipse 16"/>
            <p:cNvSpPr/>
            <p:nvPr/>
          </p:nvSpPr>
          <p:spPr>
            <a:xfrm>
              <a:off x="2043409" y="1845461"/>
              <a:ext cx="253769" cy="253769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2</a:t>
              </a:r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2281768" y="1700829"/>
              <a:ext cx="1280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Synchronize Model</a:t>
              </a:r>
              <a:endParaRPr lang="en-US" sz="1400" dirty="0"/>
            </a:p>
          </p:txBody>
        </p:sp>
        <p:sp>
          <p:nvSpPr>
            <p:cNvPr id="19" name="Organigramme : Document 18"/>
            <p:cNvSpPr/>
            <p:nvPr/>
          </p:nvSpPr>
          <p:spPr>
            <a:xfrm>
              <a:off x="6588224" y="1902703"/>
              <a:ext cx="1106424" cy="612648"/>
            </a:xfrm>
            <a:prstGeom prst="flowChartDocument">
              <a:avLst/>
            </a:prstGeom>
            <a:solidFill>
              <a:srgbClr val="CC99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smtClean="0">
                  <a:solidFill>
                    <a:schemeClr val="bg1"/>
                  </a:solidFill>
                </a:rPr>
                <a:t>Edited Code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20" name="Connecteur droit avec flèche 19"/>
            <p:cNvCxnSpPr>
              <a:stCxn id="28" idx="3"/>
              <a:endCxn id="21" idx="1"/>
            </p:cNvCxnSpPr>
            <p:nvPr/>
          </p:nvCxnSpPr>
          <p:spPr>
            <a:xfrm>
              <a:off x="1979712" y="2209027"/>
              <a:ext cx="15427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rganigramme : Document 20"/>
            <p:cNvSpPr/>
            <p:nvPr/>
          </p:nvSpPr>
          <p:spPr>
            <a:xfrm>
              <a:off x="3522458" y="1902703"/>
              <a:ext cx="1523020" cy="612648"/>
            </a:xfrm>
            <a:prstGeom prst="flowChartDocument">
              <a:avLst/>
            </a:prstGeom>
            <a:solidFill>
              <a:srgbClr val="99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Synchronization </a:t>
              </a:r>
              <a:r>
                <a:rPr lang="en-US" sz="1400" dirty="0" smtClean="0">
                  <a:solidFill>
                    <a:schemeClr val="bg1"/>
                  </a:solidFill>
                </a:rPr>
                <a:t>Artifact (Model</a:t>
              </a:r>
              <a:r>
                <a:rPr lang="en-US" sz="1400" dirty="0" smtClean="0">
                  <a:solidFill>
                    <a:schemeClr val="bg1"/>
                  </a:solidFill>
                </a:rPr>
                <a:t>)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22" name="Connecteur droit avec flèche 21"/>
            <p:cNvCxnSpPr>
              <a:stCxn id="19" idx="1"/>
              <a:endCxn id="21" idx="3"/>
            </p:cNvCxnSpPr>
            <p:nvPr/>
          </p:nvCxnSpPr>
          <p:spPr>
            <a:xfrm flipH="1">
              <a:off x="5045478" y="2209027"/>
              <a:ext cx="15427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Ellipse 22"/>
            <p:cNvSpPr/>
            <p:nvPr/>
          </p:nvSpPr>
          <p:spPr>
            <a:xfrm>
              <a:off x="5109916" y="1825648"/>
              <a:ext cx="253769" cy="253769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5363685" y="1690923"/>
              <a:ext cx="12965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Reverse Code (Batch)</a:t>
              </a:r>
              <a:endParaRPr lang="en-US" sz="1400" dirty="0"/>
            </a:p>
          </p:txBody>
        </p:sp>
        <p:cxnSp>
          <p:nvCxnSpPr>
            <p:cNvPr id="25" name="Connecteur droit avec flèche 24"/>
            <p:cNvCxnSpPr/>
            <p:nvPr/>
          </p:nvCxnSpPr>
          <p:spPr>
            <a:xfrm>
              <a:off x="5045478" y="2334751"/>
              <a:ext cx="15427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lipse 25"/>
            <p:cNvSpPr/>
            <p:nvPr/>
          </p:nvSpPr>
          <p:spPr>
            <a:xfrm>
              <a:off x="4958406" y="2515387"/>
              <a:ext cx="253769" cy="253769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5202557" y="2380662"/>
              <a:ext cx="14652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Generate Code (Incremental)</a:t>
              </a:r>
              <a:endParaRPr lang="en-US" sz="1400" dirty="0"/>
            </a:p>
          </p:txBody>
        </p:sp>
        <p:sp>
          <p:nvSpPr>
            <p:cNvPr id="28" name="Organigramme : Document 27"/>
            <p:cNvSpPr/>
            <p:nvPr/>
          </p:nvSpPr>
          <p:spPr>
            <a:xfrm>
              <a:off x="871205" y="1902703"/>
              <a:ext cx="1108507" cy="612648"/>
            </a:xfrm>
            <a:prstGeom prst="flowChartDocument">
              <a:avLst/>
            </a:prstGeom>
            <a:solidFill>
              <a:srgbClr val="99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bg1"/>
                  </a:solidFill>
                </a:rPr>
                <a:t>Edited Model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26259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10770</TotalTime>
  <Words>25</Words>
  <Application>Microsoft Office PowerPoint</Application>
  <PresentationFormat>Personnalisé</PresentationFormat>
  <Paragraphs>10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CEA_Tech_List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Papyrus Model-Code Synchronization: Tooling Proposition and Tasks Status</dc:title>
  <dc:creator>shuai.li@cea.fr</dc:creator>
  <cp:lastModifiedBy>LI Shuai</cp:lastModifiedBy>
  <cp:revision>3758</cp:revision>
  <dcterms:created xsi:type="dcterms:W3CDTF">2013-02-01T10:51:35Z</dcterms:created>
  <dcterms:modified xsi:type="dcterms:W3CDTF">2016-04-26T15:07:27Z</dcterms:modified>
</cp:coreProperties>
</file>