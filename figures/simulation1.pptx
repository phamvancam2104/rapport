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315" r:id="rId2"/>
  </p:sldIdLst>
  <p:sldSz cx="6127750" cy="2408238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24387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48774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7316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97548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1219352" algn="l" defTabSz="487741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1463223" algn="l" defTabSz="487741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1707093" algn="l" defTabSz="487741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1950964" algn="l" defTabSz="487741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59" userDrawn="1">
          <p15:clr>
            <a:srgbClr val="A4A3A4"/>
          </p15:clr>
        </p15:guide>
        <p15:guide id="2" pos="19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 Shuai" initials="SL" lastIdx="7" clrIdx="0"/>
  <p:cmAuthor id="1" name="RADERMACHER Ansgar 206501" initials="RA2" lastIdx="1" clrIdx="1">
    <p:extLst>
      <p:ext uri="{19B8F6BF-5375-455C-9EA6-DF929625EA0E}">
        <p15:presenceInfo xmlns:p15="http://schemas.microsoft.com/office/powerpoint/2012/main" userId="S-1-5-21-1801674531-299502267-839522115-408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00"/>
    <a:srgbClr val="663300"/>
    <a:srgbClr val="9999FF"/>
    <a:srgbClr val="9933FF"/>
    <a:srgbClr val="CC9900"/>
    <a:srgbClr val="C7E4FF"/>
    <a:srgbClr val="FE7900"/>
    <a:srgbClr val="E9F3CE"/>
    <a:srgbClr val="D2FEC4"/>
    <a:srgbClr val="C9F6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9" autoAdjust="0"/>
    <p:restoredTop sz="84067" autoAdjust="0"/>
  </p:normalViewPr>
  <p:slideViewPr>
    <p:cSldViewPr>
      <p:cViewPr varScale="1">
        <p:scale>
          <a:sx n="278" d="100"/>
          <a:sy n="278" d="100"/>
        </p:scale>
        <p:origin x="173" y="322"/>
      </p:cViewPr>
      <p:guideLst>
        <p:guide orient="horz" pos="759"/>
        <p:guide pos="1930"/>
      </p:guideLst>
    </p:cSldViewPr>
  </p:slideViewPr>
  <p:outlineViewPr>
    <p:cViewPr>
      <p:scale>
        <a:sx n="33" d="100"/>
        <a:sy n="33" d="100"/>
      </p:scale>
      <p:origin x="0" y="122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-39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AE9CA-C14B-4E19-97C9-513406ADC593}" type="datetimeFigureOut">
              <a:rPr lang="fr-FR" smtClean="0"/>
              <a:t>29/04/2016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359AC-EB57-4019-BE17-C972272DD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321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0300910-25D8-4791-9138-E02902FF6C5D}" type="datetimeFigureOut">
              <a:rPr lang="fr-FR"/>
              <a:pPr>
                <a:defRPr/>
              </a:pPr>
              <a:t>29/04/2016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933450" y="685800"/>
            <a:ext cx="872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5097153-1DDC-4F13-94F9-FB75DB92492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928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640" kern="1200">
        <a:solidFill>
          <a:schemeClr val="tx1"/>
        </a:solidFill>
        <a:latin typeface="+mn-lt"/>
        <a:ea typeface="+mn-ea"/>
        <a:cs typeface="+mn-cs"/>
      </a:defRPr>
    </a:lvl1pPr>
    <a:lvl2pPr marL="243870" algn="l" rtl="0" eaLnBrk="0" fontAlgn="base" hangingPunct="0">
      <a:spcBef>
        <a:spcPct val="30000"/>
      </a:spcBef>
      <a:spcAft>
        <a:spcPct val="0"/>
      </a:spcAft>
      <a:defRPr sz="640" kern="1200">
        <a:solidFill>
          <a:schemeClr val="tx1"/>
        </a:solidFill>
        <a:latin typeface="+mn-lt"/>
        <a:ea typeface="+mn-ea"/>
        <a:cs typeface="+mn-cs"/>
      </a:defRPr>
    </a:lvl2pPr>
    <a:lvl3pPr marL="487741" algn="l" rtl="0" eaLnBrk="0" fontAlgn="base" hangingPunct="0">
      <a:spcBef>
        <a:spcPct val="30000"/>
      </a:spcBef>
      <a:spcAft>
        <a:spcPct val="0"/>
      </a:spcAft>
      <a:defRPr sz="640" kern="1200">
        <a:solidFill>
          <a:schemeClr val="tx1"/>
        </a:solidFill>
        <a:latin typeface="+mn-lt"/>
        <a:ea typeface="+mn-ea"/>
        <a:cs typeface="+mn-cs"/>
      </a:defRPr>
    </a:lvl3pPr>
    <a:lvl4pPr marL="731611" algn="l" rtl="0" eaLnBrk="0" fontAlgn="base" hangingPunct="0">
      <a:spcBef>
        <a:spcPct val="30000"/>
      </a:spcBef>
      <a:spcAft>
        <a:spcPct val="0"/>
      </a:spcAft>
      <a:defRPr sz="640" kern="1200">
        <a:solidFill>
          <a:schemeClr val="tx1"/>
        </a:solidFill>
        <a:latin typeface="+mn-lt"/>
        <a:ea typeface="+mn-ea"/>
        <a:cs typeface="+mn-cs"/>
      </a:defRPr>
    </a:lvl4pPr>
    <a:lvl5pPr marL="975482" algn="l" rtl="0" eaLnBrk="0" fontAlgn="base" hangingPunct="0">
      <a:spcBef>
        <a:spcPct val="30000"/>
      </a:spcBef>
      <a:spcAft>
        <a:spcPct val="0"/>
      </a:spcAft>
      <a:defRPr sz="640" kern="1200">
        <a:solidFill>
          <a:schemeClr val="tx1"/>
        </a:solidFill>
        <a:latin typeface="+mn-lt"/>
        <a:ea typeface="+mn-ea"/>
        <a:cs typeface="+mn-cs"/>
      </a:defRPr>
    </a:lvl5pPr>
    <a:lvl6pPr marL="1219352" algn="l" defTabSz="487741" rtl="0" eaLnBrk="1" latinLnBrk="0" hangingPunct="1">
      <a:defRPr sz="640" kern="1200">
        <a:solidFill>
          <a:schemeClr val="tx1"/>
        </a:solidFill>
        <a:latin typeface="+mn-lt"/>
        <a:ea typeface="+mn-ea"/>
        <a:cs typeface="+mn-cs"/>
      </a:defRPr>
    </a:lvl6pPr>
    <a:lvl7pPr marL="1463223" algn="l" defTabSz="487741" rtl="0" eaLnBrk="1" latinLnBrk="0" hangingPunct="1">
      <a:defRPr sz="640" kern="1200">
        <a:solidFill>
          <a:schemeClr val="tx1"/>
        </a:solidFill>
        <a:latin typeface="+mn-lt"/>
        <a:ea typeface="+mn-ea"/>
        <a:cs typeface="+mn-cs"/>
      </a:defRPr>
    </a:lvl7pPr>
    <a:lvl8pPr marL="1707093" algn="l" defTabSz="487741" rtl="0" eaLnBrk="1" latinLnBrk="0" hangingPunct="1">
      <a:defRPr sz="640" kern="1200">
        <a:solidFill>
          <a:schemeClr val="tx1"/>
        </a:solidFill>
        <a:latin typeface="+mn-lt"/>
        <a:ea typeface="+mn-ea"/>
        <a:cs typeface="+mn-cs"/>
      </a:defRPr>
    </a:lvl8pPr>
    <a:lvl9pPr marL="1950964" algn="l" defTabSz="487741" rtl="0" eaLnBrk="1" latinLnBrk="0" hangingPunct="1">
      <a:defRPr sz="6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933450" y="685800"/>
            <a:ext cx="87249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762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1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905348" cy="2417715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4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77" y="1795587"/>
            <a:ext cx="756394" cy="132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905348" y="2367543"/>
            <a:ext cx="4222402" cy="50172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6" y="358449"/>
            <a:ext cx="1604279" cy="222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122" y="2227063"/>
            <a:ext cx="530859" cy="84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1954284" y="2219259"/>
            <a:ext cx="496816" cy="109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050513" y="546679"/>
            <a:ext cx="3956939" cy="931913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0" name="Espace réservé du pied de page 12"/>
          <p:cNvSpPr>
            <a:spLocks noGrp="1"/>
          </p:cNvSpPr>
          <p:nvPr>
            <p:ph type="ftr" sz="quarter" idx="10"/>
          </p:nvPr>
        </p:nvSpPr>
        <p:spPr>
          <a:xfrm>
            <a:off x="2050031" y="1482293"/>
            <a:ext cx="3957505" cy="556348"/>
          </a:xfrm>
          <a:prstGeom prst="rect">
            <a:avLst/>
          </a:prstGeom>
        </p:spPr>
        <p:txBody>
          <a:bodyPr anchor="ctr" anchorCtr="0"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9847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2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905348" cy="2417715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1905348" y="2367543"/>
            <a:ext cx="4222402" cy="50172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6" y="358449"/>
            <a:ext cx="1604279" cy="222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77" y="1795587"/>
            <a:ext cx="756394" cy="132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568" y="2218144"/>
            <a:ext cx="530859" cy="84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1918114" y="2206994"/>
            <a:ext cx="496816" cy="109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1905747" y="1422828"/>
            <a:ext cx="4222002" cy="745858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2050513" y="546679"/>
            <a:ext cx="3956939" cy="708012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pied de page 12"/>
          <p:cNvSpPr>
            <a:spLocks noGrp="1"/>
          </p:cNvSpPr>
          <p:nvPr>
            <p:ph type="ftr" sz="quarter" idx="15"/>
          </p:nvPr>
        </p:nvSpPr>
        <p:spPr>
          <a:xfrm>
            <a:off x="2050031" y="1254848"/>
            <a:ext cx="3957505" cy="100901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05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905348" cy="2417715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905348" y="2367543"/>
            <a:ext cx="4222402" cy="50172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6" y="358449"/>
            <a:ext cx="1604279" cy="222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77" y="1795587"/>
            <a:ext cx="756394" cy="132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101" y="2219259"/>
            <a:ext cx="530859" cy="84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1926624" y="2206994"/>
            <a:ext cx="496816" cy="109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2050513" y="546679"/>
            <a:ext cx="3956939" cy="708012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1905746" y="1422828"/>
            <a:ext cx="1406488" cy="745858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5" name="Espace réservé pour une image  11"/>
          <p:cNvSpPr>
            <a:spLocks noGrp="1"/>
          </p:cNvSpPr>
          <p:nvPr>
            <p:ph type="pic" sz="quarter" idx="23"/>
          </p:nvPr>
        </p:nvSpPr>
        <p:spPr>
          <a:xfrm>
            <a:off x="3311370" y="1422828"/>
            <a:ext cx="1406488" cy="745858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6" name="Espace réservé pour une image  11"/>
          <p:cNvSpPr>
            <a:spLocks noGrp="1"/>
          </p:cNvSpPr>
          <p:nvPr>
            <p:ph type="pic" sz="quarter" idx="24"/>
          </p:nvPr>
        </p:nvSpPr>
        <p:spPr>
          <a:xfrm>
            <a:off x="4722670" y="1422828"/>
            <a:ext cx="1406488" cy="745858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8" name="Espace réservé du pied de page 12"/>
          <p:cNvSpPr>
            <a:spLocks noGrp="1"/>
          </p:cNvSpPr>
          <p:nvPr>
            <p:ph type="ftr" sz="quarter" idx="25"/>
          </p:nvPr>
        </p:nvSpPr>
        <p:spPr>
          <a:xfrm>
            <a:off x="2050031" y="1254848"/>
            <a:ext cx="3957505" cy="100901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762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rcalair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118" y="0"/>
            <a:ext cx="3909632" cy="240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2460750" y="684616"/>
            <a:ext cx="3594957" cy="165737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="1" cap="all"/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"/>
          </p:nvPr>
        </p:nvSpPr>
        <p:spPr>
          <a:xfrm>
            <a:off x="2460750" y="91529"/>
            <a:ext cx="3546702" cy="556295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200"/>
              </a:lnSpc>
              <a:spcAft>
                <a:spcPts val="0"/>
              </a:spcAft>
              <a:buNone/>
              <a:defRPr sz="85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01764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361708" y="571965"/>
            <a:ext cx="5501145" cy="164360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361708" y="344512"/>
            <a:ext cx="5501145" cy="22744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04321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1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20"/>
          <p:cNvSpPr>
            <a:spLocks noGrp="1"/>
          </p:cNvSpPr>
          <p:nvPr>
            <p:ph sz="quarter" idx="20"/>
          </p:nvPr>
        </p:nvSpPr>
        <p:spPr>
          <a:xfrm>
            <a:off x="3449875" y="707934"/>
            <a:ext cx="2340125" cy="1295771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361708" y="571965"/>
            <a:ext cx="2991700" cy="164360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361708" y="344512"/>
            <a:ext cx="2991700" cy="22744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67547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3449875" y="707933"/>
            <a:ext cx="2340125" cy="695292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Espace réservé du contenu 20"/>
          <p:cNvSpPr>
            <a:spLocks noGrp="1"/>
          </p:cNvSpPr>
          <p:nvPr>
            <p:ph sz="quarter" idx="22"/>
          </p:nvPr>
        </p:nvSpPr>
        <p:spPr>
          <a:xfrm>
            <a:off x="3449875" y="1404489"/>
            <a:ext cx="1170063" cy="595423"/>
          </a:xfrm>
          <a:prstGeom prst="rect">
            <a:avLst/>
          </a:prstGeom>
          <a:solidFill>
            <a:srgbClr val="808080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7" name="Espace réservé du contenu 20"/>
          <p:cNvSpPr>
            <a:spLocks noGrp="1"/>
          </p:cNvSpPr>
          <p:nvPr>
            <p:ph sz="quarter" idx="23"/>
          </p:nvPr>
        </p:nvSpPr>
        <p:spPr>
          <a:xfrm>
            <a:off x="4619937" y="1404489"/>
            <a:ext cx="1170063" cy="595423"/>
          </a:xfrm>
          <a:prstGeom prst="rect">
            <a:avLst/>
          </a:prstGeom>
          <a:solidFill>
            <a:srgbClr val="B2B2B2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361708" y="571965"/>
            <a:ext cx="2991700" cy="164360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361708" y="344512"/>
            <a:ext cx="2991700" cy="22744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16176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graphique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386000" y="511988"/>
            <a:ext cx="5404000" cy="670008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361708" y="1431694"/>
            <a:ext cx="5501145" cy="783871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361708" y="1204119"/>
            <a:ext cx="5501145" cy="22744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80640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8" descr="cart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32" y="297128"/>
            <a:ext cx="5669232" cy="1459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graphique 32"/>
          <p:cNvSpPr>
            <a:spLocks noGrp="1"/>
          </p:cNvSpPr>
          <p:nvPr>
            <p:ph type="chart" sz="quarter" idx="13"/>
          </p:nvPr>
        </p:nvSpPr>
        <p:spPr>
          <a:xfrm>
            <a:off x="602852" y="1811196"/>
            <a:ext cx="2171491" cy="303260"/>
          </a:xfrm>
          <a:prstGeom prst="rect">
            <a:avLst/>
          </a:prstGeom>
        </p:spPr>
        <p:txBody>
          <a:bodyPr anchor="ctr"/>
          <a:lstStyle>
            <a:lvl1pPr marL="0" indent="0" algn="ctr">
              <a:defRPr sz="1200"/>
            </a:lvl1pPr>
          </a:lstStyle>
          <a:p>
            <a:pPr lvl="0"/>
            <a:r>
              <a:rPr lang="fr-FR" noProof="0" smtClean="0"/>
              <a:t>Cliquez sur l'icône pour ajouter un graphique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38627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Fin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118" y="0"/>
            <a:ext cx="3909632" cy="240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11" descr="bandeau_dernièr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0"/>
          <a:stretch>
            <a:fillRect/>
          </a:stretch>
        </p:blipFill>
        <p:spPr bwMode="auto">
          <a:xfrm>
            <a:off x="2218118" y="0"/>
            <a:ext cx="3909632" cy="2038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3987" y="2036573"/>
            <a:ext cx="1271388" cy="331212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1200"/>
              </a:lnSpc>
              <a:defRPr sz="850" b="0" cap="none" baseline="0">
                <a:solidFill>
                  <a:schemeClr val="bg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71960" y="2036573"/>
            <a:ext cx="2380853" cy="3312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spcAft>
                <a:spcPts val="0"/>
              </a:spcAft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ts val="1200"/>
              </a:lnSpc>
              <a:spcBef>
                <a:spcPts val="800"/>
              </a:spcBef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2pPr>
            <a:lvl3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3pPr>
            <a:lvl4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4pPr>
            <a:lvl5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713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361575" y="571965"/>
            <a:ext cx="5501145" cy="164360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buClrTx/>
              <a:buFont typeface="Wingdings" pitchFamily="2" charset="2"/>
              <a:buChar char="§"/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361575" y="344390"/>
            <a:ext cx="5514975" cy="227550"/>
          </a:xfrm>
          <a:prstGeom prst="rect">
            <a:avLst/>
          </a:prstGeom>
        </p:spPr>
        <p:txBody>
          <a:bodyPr anchor="ctr" anchorCtr="0"/>
          <a:lstStyle>
            <a:lvl1pPr algn="l">
              <a:defRPr lang="fr-FR" sz="20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278742" y="32394"/>
            <a:ext cx="3232794" cy="202359"/>
          </a:xfrm>
          <a:prstGeom prst="rect">
            <a:avLst/>
          </a:prstGeom>
        </p:spPr>
        <p:txBody>
          <a:bodyPr anchor="ctr"/>
          <a:lstStyle>
            <a:lvl1pPr algn="l">
              <a:defRPr sz="2000" b="1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49283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C:\Users\mp222957\Desktop\LOGO perso\LOGOS 2\List\List_vectoriel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655" y="78602"/>
            <a:ext cx="612775" cy="107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000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400"/>
        </a:spcAft>
        <a:buFont typeface="Arial" charset="0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60363" indent="-360363" algn="l" rtl="0" eaLnBrk="0" fontAlgn="base" hangingPunct="0">
        <a:spcBef>
          <a:spcPct val="0"/>
        </a:spcBef>
        <a:spcAft>
          <a:spcPct val="0"/>
        </a:spcAft>
        <a:buSzPct val="100000"/>
        <a:buFont typeface="Arial" charset="0"/>
        <a:buChar char="•"/>
        <a:defRPr sz="2000" kern="1200">
          <a:solidFill>
            <a:srgbClr val="5F5F5F"/>
          </a:solidFill>
          <a:latin typeface="+mn-lt"/>
          <a:ea typeface="+mn-ea"/>
          <a:cs typeface="+mn-cs"/>
        </a:defRPr>
      </a:lvl2pPr>
      <a:lvl3pPr marL="647700" indent="-285750" algn="l" rtl="0" eaLnBrk="0" fontAlgn="base" hangingPunct="0">
        <a:spcBef>
          <a:spcPct val="0"/>
        </a:spcBef>
        <a:spcAft>
          <a:spcPct val="0"/>
        </a:spcAft>
        <a:buSzPct val="75000"/>
        <a:buFont typeface="Arial" charset="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009650" indent="-238125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SzPct val="36000"/>
        <a:buBlip>
          <a:blip r:embed="rId14"/>
        </a:buBlip>
        <a:defRPr sz="1600" kern="1200">
          <a:solidFill>
            <a:srgbClr val="666666"/>
          </a:solidFill>
          <a:latin typeface="+mn-lt"/>
          <a:ea typeface="+mn-ea"/>
          <a:cs typeface="+mn-cs"/>
        </a:defRPr>
      </a:lvl4pPr>
      <a:lvl5pPr marL="1133475" indent="-114300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Font typeface="Arial" charset="0"/>
        <a:buChar char="-"/>
        <a:defRPr sz="1600" kern="1200"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17044" y="15279"/>
            <a:ext cx="6093663" cy="2377681"/>
            <a:chOff x="1123233" y="1610795"/>
            <a:chExt cx="6093663" cy="2377681"/>
          </a:xfrm>
        </p:grpSpPr>
        <p:sp>
          <p:nvSpPr>
            <p:cNvPr id="52" name="Organigramme : Document 51"/>
            <p:cNvSpPr/>
            <p:nvPr/>
          </p:nvSpPr>
          <p:spPr>
            <a:xfrm>
              <a:off x="5004048" y="2246155"/>
              <a:ext cx="1106424" cy="612648"/>
            </a:xfrm>
            <a:prstGeom prst="flowChartDocument">
              <a:avLst/>
            </a:prstGeom>
            <a:solidFill>
              <a:srgbClr val="9966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Code from Generated Model</a:t>
              </a:r>
            </a:p>
          </p:txBody>
        </p:sp>
        <p:cxnSp>
          <p:nvCxnSpPr>
            <p:cNvPr id="66" name="Connecteur droit avec flèche 65"/>
            <p:cNvCxnSpPr>
              <a:stCxn id="42" idx="3"/>
              <a:endCxn id="52" idx="1"/>
            </p:cNvCxnSpPr>
            <p:nvPr/>
          </p:nvCxnSpPr>
          <p:spPr>
            <a:xfrm>
              <a:off x="3340247" y="2552479"/>
              <a:ext cx="166380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rganigramme : Document 41"/>
            <p:cNvSpPr/>
            <p:nvPr/>
          </p:nvSpPr>
          <p:spPr>
            <a:xfrm>
              <a:off x="2231740" y="2246155"/>
              <a:ext cx="1108507" cy="612648"/>
            </a:xfrm>
            <a:prstGeom prst="flowChartDocument">
              <a:avLst/>
            </a:prstGeom>
            <a:solidFill>
              <a:srgbClr val="9999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Generated Model</a:t>
              </a:r>
            </a:p>
          </p:txBody>
        </p:sp>
        <p:cxnSp>
          <p:nvCxnSpPr>
            <p:cNvPr id="7" name="Connecteur droit avec flèche 6"/>
            <p:cNvCxnSpPr>
              <a:endCxn id="42" idx="0"/>
            </p:cNvCxnSpPr>
            <p:nvPr/>
          </p:nvCxnSpPr>
          <p:spPr>
            <a:xfrm>
              <a:off x="2785993" y="1742099"/>
              <a:ext cx="1" cy="5040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Ellipse 22"/>
            <p:cNvSpPr/>
            <p:nvPr/>
          </p:nvSpPr>
          <p:spPr>
            <a:xfrm>
              <a:off x="2849691" y="1755427"/>
              <a:ext cx="253769" cy="253769"/>
            </a:xfrm>
            <a:prstGeom prst="ellipse">
              <a:avLst/>
            </a:prstGeom>
            <a:solidFill>
              <a:srgbClr val="9933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24" name="ZoneTexte 23"/>
            <p:cNvSpPr txBox="1"/>
            <p:nvPr/>
          </p:nvSpPr>
          <p:spPr>
            <a:xfrm>
              <a:off x="3088050" y="1610795"/>
              <a:ext cx="1520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Randomly Generate Model</a:t>
              </a:r>
            </a:p>
          </p:txBody>
        </p:sp>
        <p:sp>
          <p:nvSpPr>
            <p:cNvPr id="26" name="Organigramme : Document 25"/>
            <p:cNvSpPr/>
            <p:nvPr/>
          </p:nvSpPr>
          <p:spPr>
            <a:xfrm>
              <a:off x="2231739" y="3375828"/>
              <a:ext cx="1108507" cy="612648"/>
            </a:xfrm>
            <a:prstGeom prst="flowChartDocument">
              <a:avLst/>
            </a:prstGeom>
            <a:solidFill>
              <a:srgbClr val="9999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Reversed Model</a:t>
              </a:r>
            </a:p>
          </p:txBody>
        </p:sp>
        <p:cxnSp>
          <p:nvCxnSpPr>
            <p:cNvPr id="18" name="Connecteur en angle 17"/>
            <p:cNvCxnSpPr>
              <a:stCxn id="52" idx="2"/>
              <a:endCxn id="26" idx="0"/>
            </p:cNvCxnSpPr>
            <p:nvPr/>
          </p:nvCxnSpPr>
          <p:spPr>
            <a:xfrm rot="5400000">
              <a:off x="3892863" y="1711431"/>
              <a:ext cx="557528" cy="2771267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e 24"/>
            <p:cNvGrpSpPr/>
            <p:nvPr/>
          </p:nvGrpSpPr>
          <p:grpSpPr>
            <a:xfrm>
              <a:off x="3464515" y="2821165"/>
              <a:ext cx="1518810" cy="523220"/>
              <a:chOff x="2116464" y="2477713"/>
              <a:chExt cx="1518810" cy="523220"/>
            </a:xfrm>
          </p:grpSpPr>
          <p:sp>
            <p:nvSpPr>
              <p:cNvPr id="35" name="Ellipse 34"/>
              <p:cNvSpPr/>
              <p:nvPr/>
            </p:nvSpPr>
            <p:spPr>
              <a:xfrm>
                <a:off x="2116464" y="2622345"/>
                <a:ext cx="253769" cy="253769"/>
              </a:xfrm>
              <a:prstGeom prst="ellipse">
                <a:avLst/>
              </a:prstGeom>
              <a:solidFill>
                <a:srgbClr val="9933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3</a:t>
                </a:r>
              </a:p>
            </p:txBody>
          </p:sp>
          <p:sp>
            <p:nvSpPr>
              <p:cNvPr id="36" name="ZoneTexte 35"/>
              <p:cNvSpPr txBox="1"/>
              <p:nvPr/>
            </p:nvSpPr>
            <p:spPr>
              <a:xfrm>
                <a:off x="2354823" y="2477713"/>
                <a:ext cx="12804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Reverse Code (Batch)</a:t>
                </a:r>
              </a:p>
            </p:txBody>
          </p:sp>
        </p:grpSp>
        <p:sp>
          <p:nvSpPr>
            <p:cNvPr id="37" name="Organigramme : Document 36"/>
            <p:cNvSpPr/>
            <p:nvPr/>
          </p:nvSpPr>
          <p:spPr>
            <a:xfrm>
              <a:off x="5004048" y="3373688"/>
              <a:ext cx="1106424" cy="612648"/>
            </a:xfrm>
            <a:prstGeom prst="flowChartDocument">
              <a:avLst/>
            </a:prstGeom>
            <a:solidFill>
              <a:srgbClr val="9966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Code from Reversed Model</a:t>
              </a:r>
            </a:p>
          </p:txBody>
        </p:sp>
        <p:cxnSp>
          <p:nvCxnSpPr>
            <p:cNvPr id="38" name="Connecteur droit avec flèche 37"/>
            <p:cNvCxnSpPr>
              <a:stCxn id="26" idx="3"/>
              <a:endCxn id="37" idx="1"/>
            </p:cNvCxnSpPr>
            <p:nvPr/>
          </p:nvCxnSpPr>
          <p:spPr>
            <a:xfrm flipV="1">
              <a:off x="3340246" y="3680012"/>
              <a:ext cx="1663802" cy="214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e 27"/>
            <p:cNvGrpSpPr/>
            <p:nvPr/>
          </p:nvGrpSpPr>
          <p:grpSpPr>
            <a:xfrm>
              <a:off x="3464515" y="3416701"/>
              <a:ext cx="1518810" cy="523220"/>
              <a:chOff x="2116464" y="3073249"/>
              <a:chExt cx="1518810" cy="523220"/>
            </a:xfrm>
          </p:grpSpPr>
          <p:sp>
            <p:nvSpPr>
              <p:cNvPr id="43" name="Ellipse 42"/>
              <p:cNvSpPr/>
              <p:nvPr/>
            </p:nvSpPr>
            <p:spPr>
              <a:xfrm>
                <a:off x="2116464" y="3217881"/>
                <a:ext cx="253769" cy="253769"/>
              </a:xfrm>
              <a:prstGeom prst="ellipse">
                <a:avLst/>
              </a:prstGeom>
              <a:solidFill>
                <a:srgbClr val="9933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4</a:t>
                </a:r>
              </a:p>
            </p:txBody>
          </p:sp>
          <p:sp>
            <p:nvSpPr>
              <p:cNvPr id="44" name="ZoneTexte 43"/>
              <p:cNvSpPr txBox="1"/>
              <p:nvPr/>
            </p:nvSpPr>
            <p:spPr>
              <a:xfrm>
                <a:off x="2354823" y="3073249"/>
                <a:ext cx="12804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Generate Code (Batch)</a:t>
                </a:r>
              </a:p>
            </p:txBody>
          </p:sp>
        </p:grpSp>
        <p:grpSp>
          <p:nvGrpSpPr>
            <p:cNvPr id="22" name="Groupe 21"/>
            <p:cNvGrpSpPr/>
            <p:nvPr/>
          </p:nvGrpSpPr>
          <p:grpSpPr>
            <a:xfrm>
              <a:off x="3464515" y="2270618"/>
              <a:ext cx="1518810" cy="523220"/>
              <a:chOff x="2091496" y="1927166"/>
              <a:chExt cx="1518810" cy="523220"/>
            </a:xfrm>
          </p:grpSpPr>
          <p:sp>
            <p:nvSpPr>
              <p:cNvPr id="49" name="Ellipse 48"/>
              <p:cNvSpPr/>
              <p:nvPr/>
            </p:nvSpPr>
            <p:spPr>
              <a:xfrm>
                <a:off x="2091496" y="2071798"/>
                <a:ext cx="253769" cy="253769"/>
              </a:xfrm>
              <a:prstGeom prst="ellipse">
                <a:avLst/>
              </a:prstGeom>
              <a:solidFill>
                <a:srgbClr val="9933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2</a:t>
                </a:r>
              </a:p>
            </p:txBody>
          </p:sp>
          <p:sp>
            <p:nvSpPr>
              <p:cNvPr id="50" name="ZoneTexte 49"/>
              <p:cNvSpPr txBox="1"/>
              <p:nvPr/>
            </p:nvSpPr>
            <p:spPr>
              <a:xfrm>
                <a:off x="2329855" y="1927166"/>
                <a:ext cx="12804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Generate Code (Batch)</a:t>
                </a:r>
              </a:p>
            </p:txBody>
          </p:sp>
        </p:grpSp>
        <p:cxnSp>
          <p:nvCxnSpPr>
            <p:cNvPr id="30" name="Connecteur en angle 29"/>
            <p:cNvCxnSpPr>
              <a:stCxn id="42" idx="1"/>
              <a:endCxn id="26" idx="1"/>
            </p:cNvCxnSpPr>
            <p:nvPr/>
          </p:nvCxnSpPr>
          <p:spPr>
            <a:xfrm rot="10800000" flipV="1">
              <a:off x="2231740" y="2552478"/>
              <a:ext cx="1" cy="1129673"/>
            </a:xfrm>
            <a:prstGeom prst="bentConnector3">
              <a:avLst>
                <a:gd name="adj1" fmla="val 22860100000"/>
              </a:avLst>
            </a:prstGeom>
            <a:ln w="12700">
              <a:solidFill>
                <a:schemeClr val="accent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en angle 50"/>
            <p:cNvCxnSpPr>
              <a:stCxn id="52" idx="3"/>
              <a:endCxn id="37" idx="3"/>
            </p:cNvCxnSpPr>
            <p:nvPr/>
          </p:nvCxnSpPr>
          <p:spPr>
            <a:xfrm>
              <a:off x="6110472" y="2552479"/>
              <a:ext cx="12700" cy="1127533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accent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e 52"/>
            <p:cNvGrpSpPr/>
            <p:nvPr/>
          </p:nvGrpSpPr>
          <p:grpSpPr>
            <a:xfrm>
              <a:off x="6030526" y="2831071"/>
              <a:ext cx="1186370" cy="523220"/>
              <a:chOff x="2091496" y="1927166"/>
              <a:chExt cx="1186370" cy="523220"/>
            </a:xfrm>
          </p:grpSpPr>
          <p:sp>
            <p:nvSpPr>
              <p:cNvPr id="54" name="Ellipse 53"/>
              <p:cNvSpPr/>
              <p:nvPr/>
            </p:nvSpPr>
            <p:spPr>
              <a:xfrm>
                <a:off x="2091496" y="2071798"/>
                <a:ext cx="253769" cy="253769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6</a:t>
                </a:r>
              </a:p>
            </p:txBody>
          </p:sp>
          <p:sp>
            <p:nvSpPr>
              <p:cNvPr id="55" name="ZoneTexte 54"/>
              <p:cNvSpPr txBox="1"/>
              <p:nvPr/>
            </p:nvSpPr>
            <p:spPr>
              <a:xfrm>
                <a:off x="2329855" y="1927166"/>
                <a:ext cx="94801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Compare Code</a:t>
                </a:r>
              </a:p>
            </p:txBody>
          </p:sp>
        </p:grpSp>
        <p:grpSp>
          <p:nvGrpSpPr>
            <p:cNvPr id="56" name="Groupe 55"/>
            <p:cNvGrpSpPr/>
            <p:nvPr/>
          </p:nvGrpSpPr>
          <p:grpSpPr>
            <a:xfrm>
              <a:off x="1123233" y="2839639"/>
              <a:ext cx="1175440" cy="523220"/>
              <a:chOff x="1169825" y="1945866"/>
              <a:chExt cx="1175440" cy="523220"/>
            </a:xfrm>
          </p:grpSpPr>
          <p:sp>
            <p:nvSpPr>
              <p:cNvPr id="57" name="Ellipse 56"/>
              <p:cNvSpPr/>
              <p:nvPr/>
            </p:nvSpPr>
            <p:spPr>
              <a:xfrm>
                <a:off x="2091496" y="2071798"/>
                <a:ext cx="253769" cy="253769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5</a:t>
                </a:r>
              </a:p>
            </p:txBody>
          </p:sp>
          <p:sp>
            <p:nvSpPr>
              <p:cNvPr id="58" name="ZoneTexte 57"/>
              <p:cNvSpPr txBox="1"/>
              <p:nvPr/>
            </p:nvSpPr>
            <p:spPr>
              <a:xfrm>
                <a:off x="1169825" y="1945866"/>
                <a:ext cx="9447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dirty="0"/>
                  <a:t>Compare Model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2262592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A_Tech_List">
  <a:themeElements>
    <a:clrScheme name="CEA Tech">
      <a:dk1>
        <a:sysClr val="windowText" lastClr="000000"/>
      </a:dk1>
      <a:lt1>
        <a:sysClr val="window" lastClr="FFFFFF"/>
      </a:lt1>
      <a:dk2>
        <a:srgbClr val="E60019"/>
      </a:dk2>
      <a:lt2>
        <a:srgbClr val="FFFFFF"/>
      </a:lt2>
      <a:accent1>
        <a:srgbClr val="E60019"/>
      </a:accent1>
      <a:accent2>
        <a:srgbClr val="91C30A"/>
      </a:accent2>
      <a:accent3>
        <a:srgbClr val="87000A"/>
      </a:accent3>
      <a:accent4>
        <a:srgbClr val="0A6E28"/>
      </a:accent4>
      <a:accent5>
        <a:srgbClr val="5F5F5F"/>
      </a:accent5>
      <a:accent6>
        <a:srgbClr val="5F5F5F"/>
      </a:accent6>
      <a:hlink>
        <a:srgbClr val="91C30A"/>
      </a:hlink>
      <a:folHlink>
        <a:srgbClr val="0A6E28"/>
      </a:folHlink>
    </a:clrScheme>
    <a:fontScheme name="CE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CEA_Tech_List</Template>
  <TotalTime>10807</TotalTime>
  <Words>41</Words>
  <Application>Microsoft Office PowerPoint</Application>
  <PresentationFormat>Personnalisé</PresentationFormat>
  <Paragraphs>17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CEA_Tech_List</vt:lpstr>
      <vt:lpstr>Présentation PowerPoint</vt:lpstr>
    </vt:vector>
  </TitlesOfParts>
  <Company>CEA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Papyrus Model-Code Synchronization: Tooling Proposition and Tasks Status</dc:title>
  <dc:creator>shuai.li@cea.fr</dc:creator>
  <cp:lastModifiedBy>LI Shuai</cp:lastModifiedBy>
  <cp:revision>3781</cp:revision>
  <dcterms:created xsi:type="dcterms:W3CDTF">2013-02-01T10:51:35Z</dcterms:created>
  <dcterms:modified xsi:type="dcterms:W3CDTF">2016-04-29T13:15:06Z</dcterms:modified>
</cp:coreProperties>
</file>