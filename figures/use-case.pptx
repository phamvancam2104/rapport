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89650" cy="5605463"/>
  <p:notesSz cx="6858000" cy="9144000"/>
  <p:defaultTextStyle>
    <a:defPPr>
      <a:defRPr lang="fr-FR"/>
    </a:defPPr>
    <a:lvl1pPr marL="0" algn="l" defTabSz="6669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333469" algn="l" defTabSz="6669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666938" algn="l" defTabSz="6669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000406" algn="l" defTabSz="6669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333876" algn="l" defTabSz="6669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1667345" algn="l" defTabSz="6669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000813" algn="l" defTabSz="6669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2334282" algn="l" defTabSz="6669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2667751" algn="l" defTabSz="666938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66">
          <p15:clr>
            <a:srgbClr val="A4A3A4"/>
          </p15:clr>
        </p15:guide>
        <p15:guide id="2" pos="19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66"/>
    <a:srgbClr val="9999FF"/>
    <a:srgbClr val="0066FF"/>
    <a:srgbClr val="33CC33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194" y="110"/>
      </p:cViewPr>
      <p:guideLst>
        <p:guide orient="horz" pos="1766"/>
        <p:guide pos="19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6724" y="917376"/>
            <a:ext cx="5176204" cy="1951531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1207" y="2944167"/>
            <a:ext cx="4567238" cy="1353355"/>
          </a:xfrm>
        </p:spPr>
        <p:txBody>
          <a:bodyPr/>
          <a:lstStyle>
            <a:lvl1pPr marL="0" indent="0" algn="ctr">
              <a:buNone/>
              <a:defRPr sz="1800"/>
            </a:lvl1pPr>
            <a:lvl2pPr marL="333469" indent="0" algn="ctr">
              <a:buNone/>
              <a:defRPr sz="1500"/>
            </a:lvl2pPr>
            <a:lvl3pPr marL="666938" indent="0" algn="ctr">
              <a:buNone/>
              <a:defRPr sz="1300"/>
            </a:lvl3pPr>
            <a:lvl4pPr marL="1000406" indent="0" algn="ctr">
              <a:buNone/>
              <a:defRPr sz="1200"/>
            </a:lvl4pPr>
            <a:lvl5pPr marL="1333876" indent="0" algn="ctr">
              <a:buNone/>
              <a:defRPr sz="1200"/>
            </a:lvl5pPr>
            <a:lvl6pPr marL="1667345" indent="0" algn="ctr">
              <a:buNone/>
              <a:defRPr sz="1200"/>
            </a:lvl6pPr>
            <a:lvl7pPr marL="2000813" indent="0" algn="ctr">
              <a:buNone/>
              <a:defRPr sz="1200"/>
            </a:lvl7pPr>
            <a:lvl8pPr marL="2334282" indent="0" algn="ctr">
              <a:buNone/>
              <a:defRPr sz="1200"/>
            </a:lvl8pPr>
            <a:lvl9pPr marL="2667751" indent="0" algn="ctr">
              <a:buNone/>
              <a:defRPr sz="12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2025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185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494" y="1397476"/>
            <a:ext cx="5252323" cy="2331716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5494" y="3751252"/>
            <a:ext cx="5252323" cy="122619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3346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6693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00040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3387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6673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0081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33428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66775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6633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8664" y="1492195"/>
            <a:ext cx="2588102" cy="3556615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82885" y="1492195"/>
            <a:ext cx="2588102" cy="3556615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4747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58" y="298441"/>
            <a:ext cx="5252323" cy="1083464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9458" y="1374119"/>
            <a:ext cx="2576207" cy="6734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3469" indent="0">
              <a:buNone/>
              <a:defRPr sz="1500" b="1"/>
            </a:lvl2pPr>
            <a:lvl3pPr marL="666938" indent="0">
              <a:buNone/>
              <a:defRPr sz="1300" b="1"/>
            </a:lvl3pPr>
            <a:lvl4pPr marL="1000406" indent="0">
              <a:buNone/>
              <a:defRPr sz="1200" b="1"/>
            </a:lvl4pPr>
            <a:lvl5pPr marL="1333876" indent="0">
              <a:buNone/>
              <a:defRPr sz="1200" b="1"/>
            </a:lvl5pPr>
            <a:lvl6pPr marL="1667345" indent="0">
              <a:buNone/>
              <a:defRPr sz="1200" b="1"/>
            </a:lvl6pPr>
            <a:lvl7pPr marL="2000813" indent="0">
              <a:buNone/>
              <a:defRPr sz="1200" b="1"/>
            </a:lvl7pPr>
            <a:lvl8pPr marL="2334282" indent="0">
              <a:buNone/>
              <a:defRPr sz="1200" b="1"/>
            </a:lvl8pPr>
            <a:lvl9pPr marL="2667751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458" y="2047552"/>
            <a:ext cx="2576207" cy="3011639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82887" y="1374119"/>
            <a:ext cx="2588894" cy="6734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33469" indent="0">
              <a:buNone/>
              <a:defRPr sz="1500" b="1"/>
            </a:lvl2pPr>
            <a:lvl3pPr marL="666938" indent="0">
              <a:buNone/>
              <a:defRPr sz="1300" b="1"/>
            </a:lvl3pPr>
            <a:lvl4pPr marL="1000406" indent="0">
              <a:buNone/>
              <a:defRPr sz="1200" b="1"/>
            </a:lvl4pPr>
            <a:lvl5pPr marL="1333876" indent="0">
              <a:buNone/>
              <a:defRPr sz="1200" b="1"/>
            </a:lvl5pPr>
            <a:lvl6pPr marL="1667345" indent="0">
              <a:buNone/>
              <a:defRPr sz="1200" b="1"/>
            </a:lvl6pPr>
            <a:lvl7pPr marL="2000813" indent="0">
              <a:buNone/>
              <a:defRPr sz="1200" b="1"/>
            </a:lvl7pPr>
            <a:lvl8pPr marL="2334282" indent="0">
              <a:buNone/>
              <a:defRPr sz="1200" b="1"/>
            </a:lvl8pPr>
            <a:lvl9pPr marL="2667751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82887" y="2047552"/>
            <a:ext cx="2588894" cy="3011639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2180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5532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9937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59" y="373698"/>
            <a:ext cx="1964071" cy="1307941"/>
          </a:xfrm>
        </p:spPr>
        <p:txBody>
          <a:bodyPr anchor="b"/>
          <a:lstStyle>
            <a:lvl1pPr>
              <a:defRPr sz="23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8895" y="807085"/>
            <a:ext cx="3082886" cy="3983511"/>
          </a:xfrm>
        </p:spPr>
        <p:txBody>
          <a:bodyPr/>
          <a:lstStyle>
            <a:lvl1pPr>
              <a:defRPr sz="2300"/>
            </a:lvl1pPr>
            <a:lvl2pPr>
              <a:defRPr sz="20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459" y="1681640"/>
            <a:ext cx="1964071" cy="3115444"/>
          </a:xfrm>
        </p:spPr>
        <p:txBody>
          <a:bodyPr/>
          <a:lstStyle>
            <a:lvl1pPr marL="0" indent="0">
              <a:buNone/>
              <a:defRPr sz="1200"/>
            </a:lvl1pPr>
            <a:lvl2pPr marL="333469" indent="0">
              <a:buNone/>
              <a:defRPr sz="1000"/>
            </a:lvl2pPr>
            <a:lvl3pPr marL="666938" indent="0">
              <a:buNone/>
              <a:defRPr sz="900"/>
            </a:lvl3pPr>
            <a:lvl4pPr marL="1000406" indent="0">
              <a:buNone/>
              <a:defRPr sz="700"/>
            </a:lvl4pPr>
            <a:lvl5pPr marL="1333876" indent="0">
              <a:buNone/>
              <a:defRPr sz="700"/>
            </a:lvl5pPr>
            <a:lvl6pPr marL="1667345" indent="0">
              <a:buNone/>
              <a:defRPr sz="700"/>
            </a:lvl6pPr>
            <a:lvl7pPr marL="2000813" indent="0">
              <a:buNone/>
              <a:defRPr sz="700"/>
            </a:lvl7pPr>
            <a:lvl8pPr marL="2334282" indent="0">
              <a:buNone/>
              <a:defRPr sz="700"/>
            </a:lvl8pPr>
            <a:lvl9pPr marL="2667751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7016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459" y="373698"/>
            <a:ext cx="1964071" cy="1307941"/>
          </a:xfrm>
        </p:spPr>
        <p:txBody>
          <a:bodyPr anchor="b"/>
          <a:lstStyle>
            <a:lvl1pPr>
              <a:defRPr sz="23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8895" y="807085"/>
            <a:ext cx="3082886" cy="3983511"/>
          </a:xfrm>
        </p:spPr>
        <p:txBody>
          <a:bodyPr anchor="t"/>
          <a:lstStyle>
            <a:lvl1pPr marL="0" indent="0">
              <a:buNone/>
              <a:defRPr sz="2300"/>
            </a:lvl1pPr>
            <a:lvl2pPr marL="333469" indent="0">
              <a:buNone/>
              <a:defRPr sz="2000"/>
            </a:lvl2pPr>
            <a:lvl3pPr marL="666938" indent="0">
              <a:buNone/>
              <a:defRPr sz="1800"/>
            </a:lvl3pPr>
            <a:lvl4pPr marL="1000406" indent="0">
              <a:buNone/>
              <a:defRPr sz="1500"/>
            </a:lvl4pPr>
            <a:lvl5pPr marL="1333876" indent="0">
              <a:buNone/>
              <a:defRPr sz="1500"/>
            </a:lvl5pPr>
            <a:lvl6pPr marL="1667345" indent="0">
              <a:buNone/>
              <a:defRPr sz="1500"/>
            </a:lvl6pPr>
            <a:lvl7pPr marL="2000813" indent="0">
              <a:buNone/>
              <a:defRPr sz="1500"/>
            </a:lvl7pPr>
            <a:lvl8pPr marL="2334282" indent="0">
              <a:buNone/>
              <a:defRPr sz="1500"/>
            </a:lvl8pPr>
            <a:lvl9pPr marL="2667751" indent="0">
              <a:buNone/>
              <a:defRPr sz="15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459" y="1681640"/>
            <a:ext cx="1964071" cy="3115444"/>
          </a:xfrm>
        </p:spPr>
        <p:txBody>
          <a:bodyPr/>
          <a:lstStyle>
            <a:lvl1pPr marL="0" indent="0">
              <a:buNone/>
              <a:defRPr sz="1200"/>
            </a:lvl1pPr>
            <a:lvl2pPr marL="333469" indent="0">
              <a:buNone/>
              <a:defRPr sz="1000"/>
            </a:lvl2pPr>
            <a:lvl3pPr marL="666938" indent="0">
              <a:buNone/>
              <a:defRPr sz="900"/>
            </a:lvl3pPr>
            <a:lvl4pPr marL="1000406" indent="0">
              <a:buNone/>
              <a:defRPr sz="700"/>
            </a:lvl4pPr>
            <a:lvl5pPr marL="1333876" indent="0">
              <a:buNone/>
              <a:defRPr sz="700"/>
            </a:lvl5pPr>
            <a:lvl6pPr marL="1667345" indent="0">
              <a:buNone/>
              <a:defRPr sz="700"/>
            </a:lvl6pPr>
            <a:lvl7pPr marL="2000813" indent="0">
              <a:buNone/>
              <a:defRPr sz="700"/>
            </a:lvl7pPr>
            <a:lvl8pPr marL="2334282" indent="0">
              <a:buNone/>
              <a:defRPr sz="700"/>
            </a:lvl8pPr>
            <a:lvl9pPr marL="2667751" indent="0">
              <a:buNone/>
              <a:defRPr sz="7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595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4016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57908" y="298440"/>
            <a:ext cx="1313081" cy="475037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8666" y="298440"/>
            <a:ext cx="3863122" cy="4750371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8613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8665" y="298441"/>
            <a:ext cx="5252323" cy="1083464"/>
          </a:xfrm>
          <a:prstGeom prst="rect">
            <a:avLst/>
          </a:prstGeom>
        </p:spPr>
        <p:txBody>
          <a:bodyPr vert="horz" lIns="66693" tIns="33346" rIns="66693" bIns="33346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665" y="1492195"/>
            <a:ext cx="5252323" cy="3556615"/>
          </a:xfrm>
          <a:prstGeom prst="rect">
            <a:avLst/>
          </a:prstGeom>
        </p:spPr>
        <p:txBody>
          <a:bodyPr vert="horz" lIns="66693" tIns="33346" rIns="66693" bIns="33346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8665" y="5195437"/>
            <a:ext cx="1370171" cy="298438"/>
          </a:xfrm>
          <a:prstGeom prst="rect">
            <a:avLst/>
          </a:prstGeom>
        </p:spPr>
        <p:txBody>
          <a:bodyPr vert="horz" lIns="66693" tIns="33346" rIns="66693" bIns="33346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3F889-9C9A-428F-B08C-EF204582D72F}" type="datetimeFigureOut">
              <a:rPr lang="fr-FR" smtClean="0"/>
              <a:t>27/04/2016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199" y="5195437"/>
            <a:ext cx="2055256" cy="298438"/>
          </a:xfrm>
          <a:prstGeom prst="rect">
            <a:avLst/>
          </a:prstGeom>
        </p:spPr>
        <p:txBody>
          <a:bodyPr vert="horz" lIns="66693" tIns="33346" rIns="66693" bIns="33346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0817" y="5195437"/>
            <a:ext cx="1370171" cy="298438"/>
          </a:xfrm>
          <a:prstGeom prst="rect">
            <a:avLst/>
          </a:prstGeom>
        </p:spPr>
        <p:txBody>
          <a:bodyPr vert="horz" lIns="66693" tIns="33346" rIns="66693" bIns="33346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97DBB7-8A20-4992-8387-1E6DAF5745F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858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66938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6735" indent="-166735" algn="l" defTabSz="666938" rtl="0" eaLnBrk="1" latinLnBrk="0" hangingPunct="1">
        <a:lnSpc>
          <a:spcPct val="90000"/>
        </a:lnSpc>
        <a:spcBef>
          <a:spcPts val="73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0204" indent="-166735" algn="l" defTabSz="666938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33673" indent="-166735" algn="l" defTabSz="666938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67142" indent="-166735" algn="l" defTabSz="666938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00611" indent="-166735" algn="l" defTabSz="666938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34079" indent="-166735" algn="l" defTabSz="666938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167548" indent="-166735" algn="l" defTabSz="666938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501016" indent="-166735" algn="l" defTabSz="666938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487" indent="-166735" algn="l" defTabSz="666938" rtl="0" eaLnBrk="1" latinLnBrk="0" hangingPunct="1">
        <a:lnSpc>
          <a:spcPct val="90000"/>
        </a:lnSpc>
        <a:spcBef>
          <a:spcPts val="36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69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33469" algn="l" defTabSz="6669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66938" algn="l" defTabSz="6669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0406" algn="l" defTabSz="6669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333876" algn="l" defTabSz="6669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67345" algn="l" defTabSz="6669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2000813" algn="l" defTabSz="6669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334282" algn="l" defTabSz="6669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667751" algn="l" defTabSz="666938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roup 241"/>
          <p:cNvGrpSpPr/>
          <p:nvPr/>
        </p:nvGrpSpPr>
        <p:grpSpPr>
          <a:xfrm>
            <a:off x="-86805" y="11574"/>
            <a:ext cx="6152131" cy="5351635"/>
            <a:chOff x="596703" y="405754"/>
            <a:chExt cx="6152132" cy="5351635"/>
          </a:xfrm>
        </p:grpSpPr>
        <p:grpSp>
          <p:nvGrpSpPr>
            <p:cNvPr id="243" name="Groupe 21"/>
            <p:cNvGrpSpPr/>
            <p:nvPr/>
          </p:nvGrpSpPr>
          <p:grpSpPr>
            <a:xfrm>
              <a:off x="4061496" y="5241750"/>
              <a:ext cx="2687339" cy="515639"/>
              <a:chOff x="4600646" y="4841281"/>
              <a:chExt cx="3583118" cy="687518"/>
            </a:xfrm>
          </p:grpSpPr>
          <p:sp>
            <p:nvSpPr>
              <p:cNvPr id="308" name="Ellipse 22"/>
              <p:cNvSpPr/>
              <p:nvPr/>
            </p:nvSpPr>
            <p:spPr>
              <a:xfrm>
                <a:off x="4600646" y="4841282"/>
                <a:ext cx="1746298" cy="687517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FR" sz="1000" dirty="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Edit Code</a:t>
                </a:r>
                <a:endParaRPr lang="fr-F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9" name="Ellipse 23"/>
              <p:cNvSpPr/>
              <p:nvPr/>
            </p:nvSpPr>
            <p:spPr>
              <a:xfrm>
                <a:off x="6437466" y="4841281"/>
                <a:ext cx="1746298" cy="687517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FR" sz="1000" smtClean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Edit Model</a:t>
                </a:r>
                <a:endParaRPr lang="fr-F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44" name="Groupe 34"/>
            <p:cNvGrpSpPr/>
            <p:nvPr/>
          </p:nvGrpSpPr>
          <p:grpSpPr>
            <a:xfrm>
              <a:off x="4061496" y="3629752"/>
              <a:ext cx="2687339" cy="1248704"/>
              <a:chOff x="4534759" y="3375719"/>
              <a:chExt cx="3583118" cy="1664938"/>
            </a:xfrm>
          </p:grpSpPr>
          <p:grpSp>
            <p:nvGrpSpPr>
              <p:cNvPr id="301" name="Groupe 20"/>
              <p:cNvGrpSpPr/>
              <p:nvPr/>
            </p:nvGrpSpPr>
            <p:grpSpPr>
              <a:xfrm>
                <a:off x="4534759" y="4353139"/>
                <a:ext cx="3583118" cy="687518"/>
                <a:chOff x="4600646" y="4841281"/>
                <a:chExt cx="3583118" cy="687518"/>
              </a:xfrm>
            </p:grpSpPr>
            <p:sp>
              <p:nvSpPr>
                <p:cNvPr id="306" name="Ellipse 18"/>
                <p:cNvSpPr/>
                <p:nvPr/>
              </p:nvSpPr>
              <p:spPr>
                <a:xfrm>
                  <a:off x="4600646" y="4841282"/>
                  <a:ext cx="1746298" cy="687517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fr-FR" sz="10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Synchronize</a:t>
                  </a:r>
                  <a:r>
                    <a:rPr lang="fr-FR" sz="1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Code</a:t>
                  </a:r>
                </a:p>
              </p:txBody>
            </p:sp>
            <p:sp>
              <p:nvSpPr>
                <p:cNvPr id="307" name="Ellipse 19"/>
                <p:cNvSpPr/>
                <p:nvPr/>
              </p:nvSpPr>
              <p:spPr>
                <a:xfrm>
                  <a:off x="6437466" y="4841281"/>
                  <a:ext cx="1746298" cy="687517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fr-FR" sz="10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Synchronize</a:t>
                  </a:r>
                  <a:r>
                    <a:rPr lang="fr-FR" sz="1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Model</a:t>
                  </a:r>
                </a:p>
              </p:txBody>
            </p:sp>
          </p:grpSp>
          <p:sp>
            <p:nvSpPr>
              <p:cNvPr id="302" name="Ellipse 25"/>
              <p:cNvSpPr/>
              <p:nvPr/>
            </p:nvSpPr>
            <p:spPr>
              <a:xfrm>
                <a:off x="5453169" y="3375719"/>
                <a:ext cx="1746298" cy="687517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FR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Synchronize</a:t>
                </a:r>
                <a:r>
                  <a:rPr lang="fr-FR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fr-FR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Artifact</a:t>
                </a:r>
                <a:endParaRPr lang="fr-F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3" name="Triangle isocèle 29"/>
              <p:cNvSpPr/>
              <p:nvPr/>
            </p:nvSpPr>
            <p:spPr>
              <a:xfrm>
                <a:off x="6267879" y="4063236"/>
                <a:ext cx="116878" cy="100757"/>
              </a:xfrm>
              <a:prstGeom prst="triangl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fr-FR" sz="1400"/>
              </a:p>
            </p:txBody>
          </p:sp>
          <p:cxnSp>
            <p:nvCxnSpPr>
              <p:cNvPr id="304" name="Connecteur en angle 31"/>
              <p:cNvCxnSpPr>
                <a:stCxn id="306" idx="0"/>
                <a:endCxn id="303" idx="3"/>
              </p:cNvCxnSpPr>
              <p:nvPr/>
            </p:nvCxnSpPr>
            <p:spPr>
              <a:xfrm rot="5400000" flipH="1" flipV="1">
                <a:off x="5772540" y="3799362"/>
                <a:ext cx="189147" cy="918410"/>
              </a:xfrm>
              <a:prstGeom prst="bentConnector3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Connecteur en angle 33"/>
              <p:cNvCxnSpPr>
                <a:stCxn id="307" idx="0"/>
                <a:endCxn id="303" idx="3"/>
              </p:cNvCxnSpPr>
              <p:nvPr/>
            </p:nvCxnSpPr>
            <p:spPr>
              <a:xfrm rot="16200000" flipV="1">
                <a:off x="6690950" y="3799361"/>
                <a:ext cx="189146" cy="918410"/>
              </a:xfrm>
              <a:prstGeom prst="bentConnector3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5" name="Groupe 37"/>
            <p:cNvGrpSpPr/>
            <p:nvPr/>
          </p:nvGrpSpPr>
          <p:grpSpPr>
            <a:xfrm>
              <a:off x="4061496" y="2750818"/>
              <a:ext cx="2687339" cy="515639"/>
              <a:chOff x="4600646" y="4841281"/>
              <a:chExt cx="3583118" cy="687518"/>
            </a:xfrm>
          </p:grpSpPr>
          <p:sp>
            <p:nvSpPr>
              <p:cNvPr id="299" name="Ellipse 42"/>
              <p:cNvSpPr/>
              <p:nvPr/>
            </p:nvSpPr>
            <p:spPr>
              <a:xfrm>
                <a:off x="4600646" y="4841282"/>
                <a:ext cx="1746298" cy="687517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FR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Generate</a:t>
                </a:r>
                <a:r>
                  <a:rPr lang="fr-FR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Code (Batch)</a:t>
                </a:r>
              </a:p>
            </p:txBody>
          </p:sp>
          <p:sp>
            <p:nvSpPr>
              <p:cNvPr id="300" name="Ellipse 43"/>
              <p:cNvSpPr/>
              <p:nvPr/>
            </p:nvSpPr>
            <p:spPr>
              <a:xfrm>
                <a:off x="6437466" y="4841281"/>
                <a:ext cx="1746298" cy="687517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FR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Generate</a:t>
                </a:r>
                <a:r>
                  <a:rPr lang="fr-FR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Code (</a:t>
                </a:r>
                <a:r>
                  <a:rPr lang="fr-FR" sz="1000" dirty="0" err="1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Incremental</a:t>
                </a:r>
                <a:r>
                  <a:rPr lang="fr-FR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</p:txBody>
          </p:sp>
        </p:grpSp>
        <p:sp>
          <p:nvSpPr>
            <p:cNvPr id="246" name="Ellipse 38"/>
            <p:cNvSpPr/>
            <p:nvPr/>
          </p:nvSpPr>
          <p:spPr>
            <a:xfrm>
              <a:off x="4750304" y="2017753"/>
              <a:ext cx="1309724" cy="515638"/>
            </a:xfrm>
            <a:prstGeom prst="ellipse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sz="10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Generate</a:t>
              </a:r>
              <a:r>
                <a:rPr lang="fr-FR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Code</a:t>
              </a:r>
            </a:p>
          </p:txBody>
        </p:sp>
        <p:sp>
          <p:nvSpPr>
            <p:cNvPr id="247" name="Triangle isocèle 39"/>
            <p:cNvSpPr/>
            <p:nvPr/>
          </p:nvSpPr>
          <p:spPr>
            <a:xfrm>
              <a:off x="5361336" y="2533391"/>
              <a:ext cx="87659" cy="75568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/>
            </a:p>
          </p:txBody>
        </p:sp>
        <p:cxnSp>
          <p:nvCxnSpPr>
            <p:cNvPr id="248" name="Connecteur en angle 40"/>
            <p:cNvCxnSpPr>
              <a:stCxn id="299" idx="0"/>
              <a:endCxn id="247" idx="3"/>
            </p:cNvCxnSpPr>
            <p:nvPr/>
          </p:nvCxnSpPr>
          <p:spPr>
            <a:xfrm rot="5400000" flipH="1" flipV="1">
              <a:off x="4989832" y="2335485"/>
              <a:ext cx="141860" cy="688808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Connecteur en angle 41"/>
            <p:cNvCxnSpPr>
              <a:stCxn id="300" idx="0"/>
              <a:endCxn id="247" idx="3"/>
            </p:cNvCxnSpPr>
            <p:nvPr/>
          </p:nvCxnSpPr>
          <p:spPr>
            <a:xfrm rot="16200000" flipV="1">
              <a:off x="5678640" y="2335485"/>
              <a:ext cx="141860" cy="688808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0" name="Groupe 44"/>
            <p:cNvGrpSpPr/>
            <p:nvPr/>
          </p:nvGrpSpPr>
          <p:grpSpPr>
            <a:xfrm>
              <a:off x="4061496" y="405754"/>
              <a:ext cx="2687339" cy="1248704"/>
              <a:chOff x="4534759" y="3375719"/>
              <a:chExt cx="3583118" cy="1664938"/>
            </a:xfrm>
          </p:grpSpPr>
          <p:grpSp>
            <p:nvGrpSpPr>
              <p:cNvPr id="292" name="Groupe 45"/>
              <p:cNvGrpSpPr/>
              <p:nvPr/>
            </p:nvGrpSpPr>
            <p:grpSpPr>
              <a:xfrm>
                <a:off x="4534759" y="4353139"/>
                <a:ext cx="3583118" cy="687518"/>
                <a:chOff x="4600646" y="4841281"/>
                <a:chExt cx="3583118" cy="687518"/>
              </a:xfrm>
            </p:grpSpPr>
            <p:sp>
              <p:nvSpPr>
                <p:cNvPr id="297" name="Ellipse 50"/>
                <p:cNvSpPr/>
                <p:nvPr/>
              </p:nvSpPr>
              <p:spPr>
                <a:xfrm>
                  <a:off x="4600646" y="4841282"/>
                  <a:ext cx="1746298" cy="687517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fr-FR" sz="1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Reverse Code (Batch)</a:t>
                  </a:r>
                </a:p>
              </p:txBody>
            </p:sp>
            <p:sp>
              <p:nvSpPr>
                <p:cNvPr id="298" name="Ellipse 51"/>
                <p:cNvSpPr/>
                <p:nvPr/>
              </p:nvSpPr>
              <p:spPr>
                <a:xfrm>
                  <a:off x="6437466" y="4841281"/>
                  <a:ext cx="1746298" cy="687517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r>
                    <a:rPr lang="fr-FR" sz="1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Reverse Code (</a:t>
                  </a:r>
                  <a:r>
                    <a:rPr lang="fr-FR" sz="1000" dirty="0" err="1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Incremental</a:t>
                  </a:r>
                  <a:r>
                    <a:rPr lang="fr-FR" sz="100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</p:grpSp>
          <p:sp>
            <p:nvSpPr>
              <p:cNvPr id="293" name="Ellipse 46"/>
              <p:cNvSpPr/>
              <p:nvPr/>
            </p:nvSpPr>
            <p:spPr>
              <a:xfrm>
                <a:off x="5453169" y="3375719"/>
                <a:ext cx="1746298" cy="687517"/>
              </a:xfrm>
              <a:prstGeom prst="ellipse">
                <a:avLst/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fr-FR" sz="10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Reverse Code</a:t>
                </a:r>
              </a:p>
            </p:txBody>
          </p:sp>
          <p:sp>
            <p:nvSpPr>
              <p:cNvPr id="294" name="Triangle isocèle 47"/>
              <p:cNvSpPr/>
              <p:nvPr/>
            </p:nvSpPr>
            <p:spPr>
              <a:xfrm>
                <a:off x="6267879" y="4063236"/>
                <a:ext cx="116878" cy="100757"/>
              </a:xfrm>
              <a:prstGeom prst="triangl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fr-FR" sz="1400"/>
              </a:p>
            </p:txBody>
          </p:sp>
          <p:cxnSp>
            <p:nvCxnSpPr>
              <p:cNvPr id="295" name="Connecteur en angle 48"/>
              <p:cNvCxnSpPr>
                <a:stCxn id="297" idx="0"/>
                <a:endCxn id="294" idx="3"/>
              </p:cNvCxnSpPr>
              <p:nvPr/>
            </p:nvCxnSpPr>
            <p:spPr>
              <a:xfrm rot="5400000" flipH="1" flipV="1">
                <a:off x="5772540" y="3799362"/>
                <a:ext cx="189147" cy="918410"/>
              </a:xfrm>
              <a:prstGeom prst="bentConnector3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Connecteur en angle 49"/>
              <p:cNvCxnSpPr>
                <a:stCxn id="298" idx="0"/>
                <a:endCxn id="294" idx="3"/>
              </p:cNvCxnSpPr>
              <p:nvPr/>
            </p:nvCxnSpPr>
            <p:spPr>
              <a:xfrm rot="16200000" flipV="1">
                <a:off x="6690950" y="3799361"/>
                <a:ext cx="189146" cy="918410"/>
              </a:xfrm>
              <a:prstGeom prst="bentConnector3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1" name="Groupe 92"/>
            <p:cNvGrpSpPr/>
            <p:nvPr/>
          </p:nvGrpSpPr>
          <p:grpSpPr>
            <a:xfrm>
              <a:off x="2151457" y="4848123"/>
              <a:ext cx="1497525" cy="782251"/>
              <a:chOff x="1545814" y="4848123"/>
              <a:chExt cx="1497525" cy="782251"/>
            </a:xfrm>
          </p:grpSpPr>
          <p:grpSp>
            <p:nvGrpSpPr>
              <p:cNvPr id="282" name="Groupe 64"/>
              <p:cNvGrpSpPr/>
              <p:nvPr/>
            </p:nvGrpSpPr>
            <p:grpSpPr>
              <a:xfrm>
                <a:off x="2191450" y="4848123"/>
                <a:ext cx="206256" cy="536030"/>
                <a:chOff x="873149" y="1217221"/>
                <a:chExt cx="275008" cy="714707"/>
              </a:xfrm>
            </p:grpSpPr>
            <p:sp>
              <p:nvSpPr>
                <p:cNvPr id="284" name="Ellipse 66"/>
                <p:cNvSpPr/>
                <p:nvPr/>
              </p:nvSpPr>
              <p:spPr>
                <a:xfrm>
                  <a:off x="914400" y="1217221"/>
                  <a:ext cx="199068" cy="199068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fr-FR" sz="1400"/>
                </a:p>
              </p:txBody>
            </p:sp>
            <p:cxnSp>
              <p:nvCxnSpPr>
                <p:cNvPr id="285" name="Connecteur droit 67"/>
                <p:cNvCxnSpPr>
                  <a:stCxn id="284" idx="4"/>
                </p:cNvCxnSpPr>
                <p:nvPr/>
              </p:nvCxnSpPr>
              <p:spPr>
                <a:xfrm flipH="1">
                  <a:off x="1010653" y="1416289"/>
                  <a:ext cx="3281" cy="38501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86" name="Groupe 68"/>
                <p:cNvGrpSpPr/>
                <p:nvPr/>
              </p:nvGrpSpPr>
              <p:grpSpPr>
                <a:xfrm>
                  <a:off x="873149" y="1540042"/>
                  <a:ext cx="275008" cy="137504"/>
                  <a:chOff x="873149" y="1540042"/>
                  <a:chExt cx="275008" cy="137504"/>
                </a:xfrm>
              </p:grpSpPr>
              <p:cxnSp>
                <p:nvCxnSpPr>
                  <p:cNvPr id="290" name="Connecteur droit 72"/>
                  <p:cNvCxnSpPr/>
                  <p:nvPr/>
                </p:nvCxnSpPr>
                <p:spPr>
                  <a:xfrm flipH="1">
                    <a:off x="873149" y="1540042"/>
                    <a:ext cx="137504" cy="13750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1" name="Connecteur droit 73"/>
                  <p:cNvCxnSpPr/>
                  <p:nvPr/>
                </p:nvCxnSpPr>
                <p:spPr>
                  <a:xfrm>
                    <a:off x="1011357" y="1540042"/>
                    <a:ext cx="136800" cy="13680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87" name="Groupe 69"/>
                <p:cNvGrpSpPr/>
                <p:nvPr/>
              </p:nvGrpSpPr>
              <p:grpSpPr>
                <a:xfrm>
                  <a:off x="873149" y="1794424"/>
                  <a:ext cx="275008" cy="137504"/>
                  <a:chOff x="873149" y="1540042"/>
                  <a:chExt cx="275008" cy="137504"/>
                </a:xfrm>
              </p:grpSpPr>
              <p:cxnSp>
                <p:nvCxnSpPr>
                  <p:cNvPr id="288" name="Connecteur droit 70"/>
                  <p:cNvCxnSpPr/>
                  <p:nvPr/>
                </p:nvCxnSpPr>
                <p:spPr>
                  <a:xfrm flipH="1">
                    <a:off x="873149" y="1540042"/>
                    <a:ext cx="137504" cy="13750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9" name="Connecteur droit 71"/>
                  <p:cNvCxnSpPr/>
                  <p:nvPr/>
                </p:nvCxnSpPr>
                <p:spPr>
                  <a:xfrm>
                    <a:off x="1011357" y="1540042"/>
                    <a:ext cx="136800" cy="13680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83" name="ZoneTexte 65"/>
              <p:cNvSpPr txBox="1"/>
              <p:nvPr/>
            </p:nvSpPr>
            <p:spPr>
              <a:xfrm>
                <a:off x="1545814" y="5384153"/>
                <a:ext cx="149752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Code-</a:t>
                </a:r>
                <a:r>
                  <a:rPr lang="fr-F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driven</a:t>
                </a:r>
                <a:r>
                  <a:rPr lang="fr-F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fr-F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Developer</a:t>
                </a:r>
                <a:endParaRPr lang="fr-FR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52" name="Groupe 117"/>
            <p:cNvGrpSpPr/>
            <p:nvPr/>
          </p:nvGrpSpPr>
          <p:grpSpPr>
            <a:xfrm>
              <a:off x="1759999" y="1575140"/>
              <a:ext cx="766555" cy="831237"/>
              <a:chOff x="1759999" y="1575140"/>
              <a:chExt cx="766555" cy="831237"/>
            </a:xfrm>
          </p:grpSpPr>
          <p:grpSp>
            <p:nvGrpSpPr>
              <p:cNvPr id="272" name="Groupe 76"/>
              <p:cNvGrpSpPr/>
              <p:nvPr/>
            </p:nvGrpSpPr>
            <p:grpSpPr>
              <a:xfrm>
                <a:off x="2040148" y="1575140"/>
                <a:ext cx="206256" cy="536030"/>
                <a:chOff x="873149" y="1217221"/>
                <a:chExt cx="275008" cy="714707"/>
              </a:xfrm>
            </p:grpSpPr>
            <p:sp>
              <p:nvSpPr>
                <p:cNvPr id="274" name="Ellipse 78"/>
                <p:cNvSpPr/>
                <p:nvPr/>
              </p:nvSpPr>
              <p:spPr>
                <a:xfrm>
                  <a:off x="914400" y="1217221"/>
                  <a:ext cx="199068" cy="199068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fr-FR" sz="1400"/>
                </a:p>
              </p:txBody>
            </p:sp>
            <p:cxnSp>
              <p:nvCxnSpPr>
                <p:cNvPr id="275" name="Connecteur droit 79"/>
                <p:cNvCxnSpPr>
                  <a:stCxn id="274" idx="4"/>
                </p:cNvCxnSpPr>
                <p:nvPr/>
              </p:nvCxnSpPr>
              <p:spPr>
                <a:xfrm flipH="1">
                  <a:off x="1010653" y="1416289"/>
                  <a:ext cx="3281" cy="38501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76" name="Groupe 80"/>
                <p:cNvGrpSpPr/>
                <p:nvPr/>
              </p:nvGrpSpPr>
              <p:grpSpPr>
                <a:xfrm>
                  <a:off x="873149" y="1540042"/>
                  <a:ext cx="275008" cy="137504"/>
                  <a:chOff x="873149" y="1540042"/>
                  <a:chExt cx="275008" cy="137504"/>
                </a:xfrm>
              </p:grpSpPr>
              <p:cxnSp>
                <p:nvCxnSpPr>
                  <p:cNvPr id="280" name="Connecteur droit 84"/>
                  <p:cNvCxnSpPr/>
                  <p:nvPr/>
                </p:nvCxnSpPr>
                <p:spPr>
                  <a:xfrm flipH="1">
                    <a:off x="873149" y="1540042"/>
                    <a:ext cx="137504" cy="13750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1" name="Connecteur droit 85"/>
                  <p:cNvCxnSpPr/>
                  <p:nvPr/>
                </p:nvCxnSpPr>
                <p:spPr>
                  <a:xfrm>
                    <a:off x="1011357" y="1540042"/>
                    <a:ext cx="136800" cy="13680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7" name="Groupe 81"/>
                <p:cNvGrpSpPr/>
                <p:nvPr/>
              </p:nvGrpSpPr>
              <p:grpSpPr>
                <a:xfrm>
                  <a:off x="873149" y="1794424"/>
                  <a:ext cx="275008" cy="137504"/>
                  <a:chOff x="873149" y="1540042"/>
                  <a:chExt cx="275008" cy="137504"/>
                </a:xfrm>
              </p:grpSpPr>
              <p:cxnSp>
                <p:nvCxnSpPr>
                  <p:cNvPr id="278" name="Connecteur droit 82"/>
                  <p:cNvCxnSpPr/>
                  <p:nvPr/>
                </p:nvCxnSpPr>
                <p:spPr>
                  <a:xfrm flipH="1">
                    <a:off x="873149" y="1540042"/>
                    <a:ext cx="137504" cy="13750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9" name="Connecteur droit 83"/>
                  <p:cNvCxnSpPr/>
                  <p:nvPr/>
                </p:nvCxnSpPr>
                <p:spPr>
                  <a:xfrm>
                    <a:off x="1011357" y="1540042"/>
                    <a:ext cx="136800" cy="13680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73" name="ZoneTexte 77"/>
              <p:cNvSpPr txBox="1"/>
              <p:nvPr/>
            </p:nvSpPr>
            <p:spPr>
              <a:xfrm>
                <a:off x="1759999" y="2160156"/>
                <a:ext cx="766555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Developer</a:t>
                </a:r>
                <a:endParaRPr lang="fr-FR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53" name="Groupe 93"/>
            <p:cNvGrpSpPr/>
            <p:nvPr/>
          </p:nvGrpSpPr>
          <p:grpSpPr>
            <a:xfrm>
              <a:off x="596703" y="4848123"/>
              <a:ext cx="1540806" cy="782251"/>
              <a:chOff x="1524174" y="4848123"/>
              <a:chExt cx="1540806" cy="782251"/>
            </a:xfrm>
          </p:grpSpPr>
          <p:grpSp>
            <p:nvGrpSpPr>
              <p:cNvPr id="262" name="Groupe 94"/>
              <p:cNvGrpSpPr/>
              <p:nvPr/>
            </p:nvGrpSpPr>
            <p:grpSpPr>
              <a:xfrm>
                <a:off x="2191450" y="4848123"/>
                <a:ext cx="206256" cy="536030"/>
                <a:chOff x="873149" y="1217221"/>
                <a:chExt cx="275008" cy="714707"/>
              </a:xfrm>
            </p:grpSpPr>
            <p:sp>
              <p:nvSpPr>
                <p:cNvPr id="264" name="Ellipse 96"/>
                <p:cNvSpPr/>
                <p:nvPr/>
              </p:nvSpPr>
              <p:spPr>
                <a:xfrm>
                  <a:off x="914400" y="1217221"/>
                  <a:ext cx="199068" cy="199068"/>
                </a:xfrm>
                <a:prstGeom prst="ellipse">
                  <a:avLst/>
                </a:prstGeom>
                <a:noFill/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fr-FR" sz="1400"/>
                </a:p>
              </p:txBody>
            </p:sp>
            <p:cxnSp>
              <p:nvCxnSpPr>
                <p:cNvPr id="265" name="Connecteur droit 97"/>
                <p:cNvCxnSpPr>
                  <a:stCxn id="264" idx="4"/>
                </p:cNvCxnSpPr>
                <p:nvPr/>
              </p:nvCxnSpPr>
              <p:spPr>
                <a:xfrm flipH="1">
                  <a:off x="1010653" y="1416289"/>
                  <a:ext cx="3281" cy="38501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66" name="Groupe 98"/>
                <p:cNvGrpSpPr/>
                <p:nvPr/>
              </p:nvGrpSpPr>
              <p:grpSpPr>
                <a:xfrm>
                  <a:off x="873149" y="1540042"/>
                  <a:ext cx="275008" cy="137504"/>
                  <a:chOff x="873149" y="1540042"/>
                  <a:chExt cx="275008" cy="137504"/>
                </a:xfrm>
              </p:grpSpPr>
              <p:cxnSp>
                <p:nvCxnSpPr>
                  <p:cNvPr id="270" name="Connecteur droit 102"/>
                  <p:cNvCxnSpPr/>
                  <p:nvPr/>
                </p:nvCxnSpPr>
                <p:spPr>
                  <a:xfrm flipH="1">
                    <a:off x="873149" y="1540042"/>
                    <a:ext cx="137504" cy="13750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1" name="Connecteur droit 103"/>
                  <p:cNvCxnSpPr/>
                  <p:nvPr/>
                </p:nvCxnSpPr>
                <p:spPr>
                  <a:xfrm>
                    <a:off x="1011357" y="1540042"/>
                    <a:ext cx="136800" cy="13680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67" name="Groupe 99"/>
                <p:cNvGrpSpPr/>
                <p:nvPr/>
              </p:nvGrpSpPr>
              <p:grpSpPr>
                <a:xfrm>
                  <a:off x="873149" y="1794424"/>
                  <a:ext cx="275008" cy="137504"/>
                  <a:chOff x="873149" y="1540042"/>
                  <a:chExt cx="275008" cy="137504"/>
                </a:xfrm>
              </p:grpSpPr>
              <p:cxnSp>
                <p:nvCxnSpPr>
                  <p:cNvPr id="268" name="Connecteur droit 100"/>
                  <p:cNvCxnSpPr/>
                  <p:nvPr/>
                </p:nvCxnSpPr>
                <p:spPr>
                  <a:xfrm flipH="1">
                    <a:off x="873149" y="1540042"/>
                    <a:ext cx="137504" cy="13750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9" name="Connecteur droit 101"/>
                  <p:cNvCxnSpPr/>
                  <p:nvPr/>
                </p:nvCxnSpPr>
                <p:spPr>
                  <a:xfrm>
                    <a:off x="1011357" y="1540042"/>
                    <a:ext cx="136800" cy="13680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63" name="ZoneTexte 95"/>
              <p:cNvSpPr txBox="1"/>
              <p:nvPr/>
            </p:nvSpPr>
            <p:spPr>
              <a:xfrm>
                <a:off x="1524174" y="5384153"/>
                <a:ext cx="1540806" cy="24622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Model-</a:t>
                </a:r>
                <a:r>
                  <a:rPr lang="fr-F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driven</a:t>
                </a:r>
                <a:r>
                  <a:rPr lang="fr-FR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fr-FR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Developer</a:t>
                </a:r>
                <a:endParaRPr lang="fr-FR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254" name="Connecteur droit 105"/>
            <p:cNvCxnSpPr>
              <a:stCxn id="283" idx="3"/>
              <a:endCxn id="308" idx="2"/>
            </p:cNvCxnSpPr>
            <p:nvPr/>
          </p:nvCxnSpPr>
          <p:spPr>
            <a:xfrm flipV="1">
              <a:off x="3648982" y="5499570"/>
              <a:ext cx="412513" cy="76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eur en angle 107"/>
            <p:cNvCxnSpPr>
              <a:stCxn id="263" idx="2"/>
              <a:endCxn id="309" idx="4"/>
            </p:cNvCxnSpPr>
            <p:nvPr/>
          </p:nvCxnSpPr>
          <p:spPr>
            <a:xfrm rot="16200000" flipH="1">
              <a:off x="3667033" y="3330448"/>
              <a:ext cx="127014" cy="4726867"/>
            </a:xfrm>
            <a:prstGeom prst="bentConnector3">
              <a:avLst>
                <a:gd name="adj1" fmla="val 27998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Triangle isocèle 108"/>
            <p:cNvSpPr/>
            <p:nvPr/>
          </p:nvSpPr>
          <p:spPr>
            <a:xfrm>
              <a:off x="2099450" y="2362830"/>
              <a:ext cx="87659" cy="75568"/>
            </a:xfrm>
            <a:prstGeom prst="triangl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fr-FR" sz="1400"/>
            </a:p>
          </p:txBody>
        </p:sp>
        <p:cxnSp>
          <p:nvCxnSpPr>
            <p:cNvPr id="257" name="Connecteur en angle 110"/>
            <p:cNvCxnSpPr>
              <a:stCxn id="264" idx="0"/>
              <a:endCxn id="256" idx="3"/>
            </p:cNvCxnSpPr>
            <p:nvPr/>
          </p:nvCxnSpPr>
          <p:spPr>
            <a:xfrm rot="5400000" flipH="1" flipV="1">
              <a:off x="551562" y="3256405"/>
              <a:ext cx="2409725" cy="773712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Connecteur en angle 112"/>
            <p:cNvCxnSpPr>
              <a:stCxn id="284" idx="0"/>
              <a:endCxn id="256" idx="3"/>
            </p:cNvCxnSpPr>
            <p:nvPr/>
          </p:nvCxnSpPr>
          <p:spPr>
            <a:xfrm rot="16200000" flipV="1">
              <a:off x="1318119" y="3263560"/>
              <a:ext cx="2409725" cy="759402"/>
            </a:xfrm>
            <a:prstGeom prst="bentConnector3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Connecteur droit 119"/>
            <p:cNvCxnSpPr>
              <a:stCxn id="273" idx="3"/>
              <a:endCxn id="246" idx="2"/>
            </p:cNvCxnSpPr>
            <p:nvPr/>
          </p:nvCxnSpPr>
          <p:spPr>
            <a:xfrm flipV="1">
              <a:off x="2526554" y="2275572"/>
              <a:ext cx="2223749" cy="769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Connecteur droit 123"/>
            <p:cNvCxnSpPr>
              <a:stCxn id="273" idx="3"/>
              <a:endCxn id="293" idx="2"/>
            </p:cNvCxnSpPr>
            <p:nvPr/>
          </p:nvCxnSpPr>
          <p:spPr>
            <a:xfrm flipV="1">
              <a:off x="2526554" y="663573"/>
              <a:ext cx="2223749" cy="16196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Connecteur droit 125"/>
            <p:cNvCxnSpPr>
              <a:stCxn id="273" idx="3"/>
              <a:endCxn id="302" idx="2"/>
            </p:cNvCxnSpPr>
            <p:nvPr/>
          </p:nvCxnSpPr>
          <p:spPr>
            <a:xfrm>
              <a:off x="2526554" y="2283267"/>
              <a:ext cx="2223749" cy="16043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83170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</TotalTime>
  <Words>39</Words>
  <Application>Microsoft Office PowerPoint</Application>
  <PresentationFormat>Personnalisé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LI Shuai</dc:creator>
  <cp:lastModifiedBy>LI Shuai</cp:lastModifiedBy>
  <cp:revision>22</cp:revision>
  <dcterms:created xsi:type="dcterms:W3CDTF">2016-04-07T15:00:34Z</dcterms:created>
  <dcterms:modified xsi:type="dcterms:W3CDTF">2016-04-27T09:14:35Z</dcterms:modified>
</cp:coreProperties>
</file>