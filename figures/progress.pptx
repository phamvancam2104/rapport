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47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492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8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41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472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48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13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11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25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79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3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4F4A9-5C7E-4A70-811A-C432A62AF1AC}" type="datetimeFigureOut">
              <a:rPr lang="fr-FR" smtClean="0"/>
              <a:t>15/06/2016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4874B-0A7A-44E4-A9C1-8503FAEA8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38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0939" y="2410691"/>
            <a:ext cx="1348600" cy="4341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Model Transformation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0939" y="3274292"/>
            <a:ext cx="1348600" cy="4014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Code Generation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00596" y="3247856"/>
            <a:ext cx="1366707" cy="4458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Generic </a:t>
            </a:r>
            <a:r>
              <a:rPr lang="en-US" sz="1400" smtClean="0">
                <a:solidFill>
                  <a:schemeClr val="tx1"/>
                </a:solidFill>
              </a:rPr>
              <a:t>Methodology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62194" y="2410691"/>
            <a:ext cx="1536849" cy="4341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Incremental Transformation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2194" y="3274291"/>
            <a:ext cx="1606123" cy="4014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Incremental Code generation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32970" y="4089523"/>
            <a:ext cx="2271977" cy="5172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Efficient and Complete </a:t>
            </a:r>
            <a:r>
              <a:rPr lang="en-US" sz="1400" smtClean="0">
                <a:solidFill>
                  <a:schemeClr val="tx1"/>
                </a:solidFill>
              </a:rPr>
              <a:t>State Machine Code generation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70261" y="2316593"/>
            <a:ext cx="2105891" cy="5172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RTE of </a:t>
            </a:r>
            <a:r>
              <a:rPr lang="en-US" sz="1400" smtClean="0">
                <a:solidFill>
                  <a:schemeClr val="tx1"/>
                </a:solidFill>
              </a:rPr>
              <a:t>partial State </a:t>
            </a:r>
            <a:r>
              <a:rPr lang="en-US" sz="1400" smtClean="0">
                <a:solidFill>
                  <a:schemeClr val="tx1"/>
                </a:solidFill>
              </a:rPr>
              <a:t>Machine and </a:t>
            </a:r>
            <a:r>
              <a:rPr lang="en-US" sz="1400" smtClean="0">
                <a:solidFill>
                  <a:schemeClr val="tx1"/>
                </a:solidFill>
              </a:rPr>
              <a:t>code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16325" y="3208206"/>
            <a:ext cx="2105891" cy="5172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Full </a:t>
            </a:r>
            <a:r>
              <a:rPr lang="en-US" sz="1400" smtClean="0">
                <a:solidFill>
                  <a:schemeClr val="tx1"/>
                </a:solidFill>
              </a:rPr>
              <a:t>State machine </a:t>
            </a:r>
            <a:r>
              <a:rPr lang="en-US" sz="1400" smtClean="0">
                <a:solidFill>
                  <a:schemeClr val="tx1"/>
                </a:solidFill>
              </a:rPr>
              <a:t>and </a:t>
            </a:r>
            <a:r>
              <a:rPr lang="en-US" sz="1400" smtClean="0">
                <a:solidFill>
                  <a:schemeClr val="tx1"/>
                </a:solidFill>
              </a:rPr>
              <a:t>code </a:t>
            </a:r>
            <a:r>
              <a:rPr lang="en-US" sz="1400" smtClean="0">
                <a:solidFill>
                  <a:schemeClr val="tx1"/>
                </a:solidFill>
              </a:rPr>
              <a:t>synchronization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7341" y="1681647"/>
            <a:ext cx="2068946" cy="5357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Automatic derivation of backward transformation</a:t>
            </a:r>
            <a:endParaRPr lang="fr-FR" sz="1400">
              <a:solidFill>
                <a:schemeClr val="tx1"/>
              </a:solidFill>
            </a:endParaRPr>
          </a:p>
        </p:txBody>
      </p:sp>
      <p:cxnSp>
        <p:nvCxnSpPr>
          <p:cNvPr id="14" name="Connecteur droit avec flèche 13"/>
          <p:cNvCxnSpPr>
            <a:stCxn id="4" idx="3"/>
            <a:endCxn id="7" idx="1"/>
          </p:cNvCxnSpPr>
          <p:nvPr/>
        </p:nvCxnSpPr>
        <p:spPr>
          <a:xfrm>
            <a:off x="3539539" y="2627746"/>
            <a:ext cx="7226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190939" y="4084661"/>
            <a:ext cx="1348600" cy="364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Reverse engineering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11298" y="4048449"/>
            <a:ext cx="1715596" cy="4415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Incremental Reverse engineering</a:t>
            </a:r>
            <a:endParaRPr lang="fr-FR" sz="1400">
              <a:solidFill>
                <a:schemeClr val="tx1"/>
              </a:solidFill>
            </a:endParaRPr>
          </a:p>
        </p:txBody>
      </p:sp>
      <p:cxnSp>
        <p:nvCxnSpPr>
          <p:cNvPr id="18" name="Connecteur droit avec flèche 17"/>
          <p:cNvCxnSpPr>
            <a:stCxn id="15" idx="3"/>
            <a:endCxn id="16" idx="1"/>
          </p:cNvCxnSpPr>
          <p:nvPr/>
        </p:nvCxnSpPr>
        <p:spPr>
          <a:xfrm>
            <a:off x="3539539" y="4267080"/>
            <a:ext cx="671759" cy="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5" idx="3"/>
            <a:endCxn id="8" idx="1"/>
          </p:cNvCxnSpPr>
          <p:nvPr/>
        </p:nvCxnSpPr>
        <p:spPr>
          <a:xfrm flipV="1">
            <a:off x="3539539" y="3474999"/>
            <a:ext cx="7226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en arc 22"/>
          <p:cNvCxnSpPr>
            <a:stCxn id="7" idx="3"/>
            <a:endCxn id="6" idx="1"/>
          </p:cNvCxnSpPr>
          <p:nvPr/>
        </p:nvCxnSpPr>
        <p:spPr>
          <a:xfrm>
            <a:off x="5799043" y="2627746"/>
            <a:ext cx="501553" cy="84303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en arc 24"/>
          <p:cNvCxnSpPr>
            <a:stCxn id="8" idx="3"/>
            <a:endCxn id="6" idx="1"/>
          </p:cNvCxnSpPr>
          <p:nvPr/>
        </p:nvCxnSpPr>
        <p:spPr>
          <a:xfrm flipV="1">
            <a:off x="5868317" y="3470776"/>
            <a:ext cx="432279" cy="422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en arc 28"/>
          <p:cNvCxnSpPr>
            <a:stCxn id="16" idx="3"/>
            <a:endCxn id="6" idx="1"/>
          </p:cNvCxnSpPr>
          <p:nvPr/>
        </p:nvCxnSpPr>
        <p:spPr>
          <a:xfrm flipV="1">
            <a:off x="5926894" y="3470776"/>
            <a:ext cx="373702" cy="79843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en arc 30"/>
          <p:cNvCxnSpPr>
            <a:stCxn id="6" idx="0"/>
            <a:endCxn id="10" idx="1"/>
          </p:cNvCxnSpPr>
          <p:nvPr/>
        </p:nvCxnSpPr>
        <p:spPr>
          <a:xfrm rot="5400000" flipH="1" flipV="1">
            <a:off x="6890783" y="2668379"/>
            <a:ext cx="672644" cy="48631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en arc 33"/>
          <p:cNvCxnSpPr>
            <a:stCxn id="6" idx="2"/>
            <a:endCxn id="9" idx="1"/>
          </p:cNvCxnSpPr>
          <p:nvPr/>
        </p:nvCxnSpPr>
        <p:spPr>
          <a:xfrm rot="16200000" flipH="1">
            <a:off x="6781237" y="3896408"/>
            <a:ext cx="654447" cy="2490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en arc 35"/>
          <p:cNvCxnSpPr>
            <a:stCxn id="9" idx="0"/>
            <a:endCxn id="11" idx="2"/>
          </p:cNvCxnSpPr>
          <p:nvPr/>
        </p:nvCxnSpPr>
        <p:spPr>
          <a:xfrm rot="5400000" flipH="1" flipV="1">
            <a:off x="8587075" y="3507327"/>
            <a:ext cx="364080" cy="80031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en arc 37"/>
          <p:cNvCxnSpPr>
            <a:stCxn id="6" idx="3"/>
            <a:endCxn id="11" idx="1"/>
          </p:cNvCxnSpPr>
          <p:nvPr/>
        </p:nvCxnSpPr>
        <p:spPr>
          <a:xfrm flipV="1">
            <a:off x="7667303" y="3466825"/>
            <a:ext cx="449022" cy="3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en arc 39"/>
          <p:cNvCxnSpPr>
            <a:stCxn id="7" idx="3"/>
            <a:endCxn id="12" idx="1"/>
          </p:cNvCxnSpPr>
          <p:nvPr/>
        </p:nvCxnSpPr>
        <p:spPr>
          <a:xfrm flipV="1">
            <a:off x="5799043" y="1949502"/>
            <a:ext cx="1058298" cy="67824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21854" y="2099539"/>
            <a:ext cx="1229809" cy="4341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Complex System</a:t>
            </a:r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8676" y="3291351"/>
            <a:ext cx="807969" cy="3588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MDE</a:t>
            </a:r>
            <a:endParaRPr lang="fr-FR" sz="1400">
              <a:solidFill>
                <a:schemeClr val="tx1"/>
              </a:solidFill>
            </a:endParaRPr>
          </a:p>
        </p:txBody>
      </p:sp>
      <p:cxnSp>
        <p:nvCxnSpPr>
          <p:cNvPr id="50" name="Connecteur droit avec flèche 49"/>
          <p:cNvCxnSpPr>
            <a:stCxn id="47" idx="2"/>
            <a:endCxn id="48" idx="0"/>
          </p:cNvCxnSpPr>
          <p:nvPr/>
        </p:nvCxnSpPr>
        <p:spPr>
          <a:xfrm>
            <a:off x="1036759" y="2533648"/>
            <a:ext cx="5902" cy="757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>
            <a:stCxn id="48" idx="3"/>
            <a:endCxn id="4" idx="1"/>
          </p:cNvCxnSpPr>
          <p:nvPr/>
        </p:nvCxnSpPr>
        <p:spPr>
          <a:xfrm flipV="1">
            <a:off x="1446645" y="2627746"/>
            <a:ext cx="744294" cy="84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/>
          <p:cNvCxnSpPr>
            <a:stCxn id="48" idx="3"/>
            <a:endCxn id="5" idx="1"/>
          </p:cNvCxnSpPr>
          <p:nvPr/>
        </p:nvCxnSpPr>
        <p:spPr>
          <a:xfrm>
            <a:off x="1446645" y="3470777"/>
            <a:ext cx="744294" cy="4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/>
          <p:cNvCxnSpPr>
            <a:stCxn id="48" idx="3"/>
            <a:endCxn id="15" idx="1"/>
          </p:cNvCxnSpPr>
          <p:nvPr/>
        </p:nvCxnSpPr>
        <p:spPr>
          <a:xfrm>
            <a:off x="1446645" y="3470777"/>
            <a:ext cx="744294" cy="796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/>
          <p:cNvSpPr txBox="1"/>
          <p:nvPr/>
        </p:nvSpPr>
        <p:spPr>
          <a:xfrm>
            <a:off x="353901" y="2728123"/>
            <a:ext cx="776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abstract</a:t>
            </a:r>
            <a:endParaRPr lang="fr-FR" sz="1400"/>
          </a:p>
        </p:txBody>
      </p:sp>
      <p:sp>
        <p:nvSpPr>
          <p:cNvPr id="93" name="Rectangle 92"/>
          <p:cNvSpPr/>
          <p:nvPr/>
        </p:nvSpPr>
        <p:spPr>
          <a:xfrm>
            <a:off x="10679199" y="4127106"/>
            <a:ext cx="1229809" cy="4341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Complex System</a:t>
            </a:r>
            <a:endParaRPr lang="fr-FR" sz="1400">
              <a:solidFill>
                <a:schemeClr val="tx1"/>
              </a:solidFill>
            </a:endParaRPr>
          </a:p>
        </p:txBody>
      </p:sp>
      <p:cxnSp>
        <p:nvCxnSpPr>
          <p:cNvPr id="95" name="Connecteur en arc 94"/>
          <p:cNvCxnSpPr>
            <a:stCxn id="12" idx="3"/>
            <a:endCxn id="133" idx="0"/>
          </p:cNvCxnSpPr>
          <p:nvPr/>
        </p:nvCxnSpPr>
        <p:spPr>
          <a:xfrm>
            <a:off x="8926287" y="1949502"/>
            <a:ext cx="2363836" cy="13652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en arc 96"/>
          <p:cNvCxnSpPr>
            <a:stCxn id="11" idx="3"/>
            <a:endCxn id="133" idx="1"/>
          </p:cNvCxnSpPr>
          <p:nvPr/>
        </p:nvCxnSpPr>
        <p:spPr>
          <a:xfrm>
            <a:off x="10222216" y="3466825"/>
            <a:ext cx="449022" cy="10403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en arc 98"/>
          <p:cNvCxnSpPr>
            <a:stCxn id="10" idx="3"/>
            <a:endCxn id="133" idx="0"/>
          </p:cNvCxnSpPr>
          <p:nvPr/>
        </p:nvCxnSpPr>
        <p:spPr>
          <a:xfrm>
            <a:off x="9576152" y="2575212"/>
            <a:ext cx="1713971" cy="73949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en arc 100"/>
          <p:cNvCxnSpPr>
            <a:stCxn id="9" idx="3"/>
            <a:endCxn id="133" idx="1"/>
          </p:cNvCxnSpPr>
          <p:nvPr/>
        </p:nvCxnSpPr>
        <p:spPr>
          <a:xfrm flipV="1">
            <a:off x="9504947" y="3570860"/>
            <a:ext cx="1166291" cy="777282"/>
          </a:xfrm>
          <a:prstGeom prst="curvedConnector3">
            <a:avLst>
              <a:gd name="adj1" fmla="val 720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10671238" y="3314704"/>
            <a:ext cx="1237770" cy="512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>
                <a:solidFill>
                  <a:schemeClr val="tx1"/>
                </a:solidFill>
              </a:rPr>
              <a:t>Validation</a:t>
            </a:r>
            <a:endParaRPr lang="fr-FR" sz="1400">
              <a:solidFill>
                <a:schemeClr val="tx1"/>
              </a:solidFill>
            </a:endParaRPr>
          </a:p>
        </p:txBody>
      </p:sp>
      <p:cxnSp>
        <p:nvCxnSpPr>
          <p:cNvPr id="148" name="Connecteur droit avec flèche 147"/>
          <p:cNvCxnSpPr>
            <a:stCxn id="133" idx="2"/>
            <a:endCxn id="93" idx="0"/>
          </p:cNvCxnSpPr>
          <p:nvPr/>
        </p:nvCxnSpPr>
        <p:spPr>
          <a:xfrm>
            <a:off x="11290123" y="3827016"/>
            <a:ext cx="3981" cy="30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2497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48</Words>
  <Application>Microsoft Office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12</cp:revision>
  <dcterms:created xsi:type="dcterms:W3CDTF">2016-06-04T10:53:21Z</dcterms:created>
  <dcterms:modified xsi:type="dcterms:W3CDTF">2016-06-15T09:13:12Z</dcterms:modified>
</cp:coreProperties>
</file>