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99" d="100"/>
          <a:sy n="99" d="100"/>
        </p:scale>
        <p:origin x="72" y="7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43136-024B-41C2-A660-D4C2F04C9035}" type="datetimeFigureOut">
              <a:rPr lang="fr-FR" smtClean="0"/>
              <a:t>31/05/2016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1E64D-BF0F-4F6D-B57E-04618981FC2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846443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43136-024B-41C2-A660-D4C2F04C9035}" type="datetimeFigureOut">
              <a:rPr lang="fr-FR" smtClean="0"/>
              <a:t>31/05/2016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1E64D-BF0F-4F6D-B57E-04618981FC2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715418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43136-024B-41C2-A660-D4C2F04C9035}" type="datetimeFigureOut">
              <a:rPr lang="fr-FR" smtClean="0"/>
              <a:t>31/05/2016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1E64D-BF0F-4F6D-B57E-04618981FC2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574445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43136-024B-41C2-A660-D4C2F04C9035}" type="datetimeFigureOut">
              <a:rPr lang="fr-FR" smtClean="0"/>
              <a:t>31/05/2016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1E64D-BF0F-4F6D-B57E-04618981FC2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904188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43136-024B-41C2-A660-D4C2F04C9035}" type="datetimeFigureOut">
              <a:rPr lang="fr-FR" smtClean="0"/>
              <a:t>31/05/2016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1E64D-BF0F-4F6D-B57E-04618981FC2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80541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43136-024B-41C2-A660-D4C2F04C9035}" type="datetimeFigureOut">
              <a:rPr lang="fr-FR" smtClean="0"/>
              <a:t>31/05/2016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1E64D-BF0F-4F6D-B57E-04618981FC2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423061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43136-024B-41C2-A660-D4C2F04C9035}" type="datetimeFigureOut">
              <a:rPr lang="fr-FR" smtClean="0"/>
              <a:t>31/05/2016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1E64D-BF0F-4F6D-B57E-04618981FC2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471640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43136-024B-41C2-A660-D4C2F04C9035}" type="datetimeFigureOut">
              <a:rPr lang="fr-FR" smtClean="0"/>
              <a:t>31/05/2016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1E64D-BF0F-4F6D-B57E-04618981FC2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059683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43136-024B-41C2-A660-D4C2F04C9035}" type="datetimeFigureOut">
              <a:rPr lang="fr-FR" smtClean="0"/>
              <a:t>31/05/2016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1E64D-BF0F-4F6D-B57E-04618981FC2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790899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43136-024B-41C2-A660-D4C2F04C9035}" type="datetimeFigureOut">
              <a:rPr lang="fr-FR" smtClean="0"/>
              <a:t>31/05/2016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1E64D-BF0F-4F6D-B57E-04618981FC2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52886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43136-024B-41C2-A660-D4C2F04C9035}" type="datetimeFigureOut">
              <a:rPr lang="fr-FR" smtClean="0"/>
              <a:t>31/05/2016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1E64D-BF0F-4F6D-B57E-04618981FC2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044212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843136-024B-41C2-A660-D4C2F04C9035}" type="datetimeFigureOut">
              <a:rPr lang="fr-FR" smtClean="0"/>
              <a:t>31/05/2016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31E64D-BF0F-4F6D-B57E-04618981FC2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127629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e 28"/>
          <p:cNvGrpSpPr>
            <a:grpSpLocks noChangeAspect="1"/>
          </p:cNvGrpSpPr>
          <p:nvPr/>
        </p:nvGrpSpPr>
        <p:grpSpPr>
          <a:xfrm>
            <a:off x="1628887" y="942288"/>
            <a:ext cx="8587317" cy="3427582"/>
            <a:chOff x="10657384" y="4320755"/>
            <a:chExt cx="17797452" cy="7103758"/>
          </a:xfrm>
        </p:grpSpPr>
        <p:pic>
          <p:nvPicPr>
            <p:cNvPr id="30" name="Picture 2" descr="C:\Documents\Slides\architect.jp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57384" y="4652007"/>
              <a:ext cx="2286235" cy="18289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31" name="Groupe 30"/>
            <p:cNvGrpSpPr/>
            <p:nvPr/>
          </p:nvGrpSpPr>
          <p:grpSpPr>
            <a:xfrm>
              <a:off x="11016742" y="4320755"/>
              <a:ext cx="17438094" cy="7103758"/>
              <a:chOff x="11067375" y="3697164"/>
              <a:chExt cx="17563122" cy="7388061"/>
            </a:xfrm>
          </p:grpSpPr>
          <p:sp>
            <p:nvSpPr>
              <p:cNvPr id="32" name="Ellipse 31"/>
              <p:cNvSpPr/>
              <p:nvPr/>
            </p:nvSpPr>
            <p:spPr>
              <a:xfrm>
                <a:off x="17027980" y="8939455"/>
                <a:ext cx="5423817" cy="2117531"/>
              </a:xfrm>
              <a:prstGeom prst="ellipse">
                <a:avLst/>
              </a:prstGeom>
              <a:solidFill>
                <a:schemeClr val="bg1">
                  <a:alpha val="0"/>
                </a:schemeClr>
              </a:solidFill>
              <a:ln w="1905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/>
              </a:p>
            </p:txBody>
          </p:sp>
          <p:grpSp>
            <p:nvGrpSpPr>
              <p:cNvPr id="33" name="Groupe 32"/>
              <p:cNvGrpSpPr/>
              <p:nvPr/>
            </p:nvGrpSpPr>
            <p:grpSpPr>
              <a:xfrm>
                <a:off x="11067375" y="3697164"/>
                <a:ext cx="17563122" cy="7388061"/>
                <a:chOff x="10891430" y="3697164"/>
                <a:chExt cx="17563122" cy="7388061"/>
              </a:xfrm>
            </p:grpSpPr>
            <p:pic>
              <p:nvPicPr>
                <p:cNvPr id="34" name="Picture 3" descr="C:\Documents\Slides\coder.jpg"/>
                <p:cNvPicPr>
                  <a:picLocks noChangeAspect="1" noChangeArrowheads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6344809" y="3697164"/>
                  <a:ext cx="2109743" cy="1580272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35" name="ZoneTexte 34"/>
                <p:cNvSpPr txBox="1"/>
                <p:nvPr/>
              </p:nvSpPr>
              <p:spPr>
                <a:xfrm rot="16200000">
                  <a:off x="9957797" y="7617499"/>
                  <a:ext cx="2830940" cy="9636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dirty="0" smtClean="0"/>
                    <a:t>Architect</a:t>
                  </a:r>
                  <a:endParaRPr lang="en-US" sz="2400" dirty="0"/>
                </a:p>
              </p:txBody>
            </p:sp>
            <p:sp>
              <p:nvSpPr>
                <p:cNvPr id="36" name="ZoneTexte 35"/>
                <p:cNvSpPr txBox="1"/>
                <p:nvPr/>
              </p:nvSpPr>
              <p:spPr>
                <a:xfrm rot="16200000">
                  <a:off x="25761994" y="7572986"/>
                  <a:ext cx="3777258" cy="9636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dirty="0" smtClean="0"/>
                    <a:t>Programmer</a:t>
                  </a:r>
                  <a:endParaRPr lang="en-US" sz="2400" dirty="0"/>
                </a:p>
              </p:txBody>
            </p:sp>
            <p:cxnSp>
              <p:nvCxnSpPr>
                <p:cNvPr id="37" name="Connecteur droit avec flèche 36"/>
                <p:cNvCxnSpPr/>
                <p:nvPr/>
              </p:nvCxnSpPr>
              <p:spPr>
                <a:xfrm>
                  <a:off x="11655131" y="5938071"/>
                  <a:ext cx="574062" cy="723740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38" name="ZoneTexte 37"/>
                <p:cNvSpPr txBox="1"/>
                <p:nvPr/>
              </p:nvSpPr>
              <p:spPr>
                <a:xfrm>
                  <a:off x="14349402" y="7703973"/>
                  <a:ext cx="2212165" cy="99510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dirty="0" smtClean="0"/>
                    <a:t>modify</a:t>
                  </a:r>
                  <a:endParaRPr lang="en-US" sz="2400" dirty="0"/>
                </a:p>
              </p:txBody>
            </p:sp>
            <p:sp>
              <p:nvSpPr>
                <p:cNvPr id="39" name="Flèche droite 38"/>
                <p:cNvSpPr/>
                <p:nvPr/>
              </p:nvSpPr>
              <p:spPr>
                <a:xfrm>
                  <a:off x="16232117" y="6470989"/>
                  <a:ext cx="1378114" cy="567576"/>
                </a:xfrm>
                <a:prstGeom prst="rightArrow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400"/>
                </a:p>
              </p:txBody>
            </p:sp>
            <p:sp>
              <p:nvSpPr>
                <p:cNvPr id="40" name="Flèche droite 39"/>
                <p:cNvSpPr/>
                <p:nvPr/>
              </p:nvSpPr>
              <p:spPr>
                <a:xfrm>
                  <a:off x="21316264" y="6470989"/>
                  <a:ext cx="1486793" cy="567576"/>
                </a:xfrm>
                <a:prstGeom prst="rightArrow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400"/>
                </a:p>
              </p:txBody>
            </p:sp>
            <p:cxnSp>
              <p:nvCxnSpPr>
                <p:cNvPr id="41" name="Connecteur droit avec flèche 40"/>
                <p:cNvCxnSpPr/>
                <p:nvPr/>
              </p:nvCxnSpPr>
              <p:spPr>
                <a:xfrm flipH="1">
                  <a:off x="26331161" y="5459926"/>
                  <a:ext cx="438293" cy="663697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42" name="ZoneTexte 41"/>
                <p:cNvSpPr txBox="1"/>
                <p:nvPr/>
              </p:nvSpPr>
              <p:spPr>
                <a:xfrm>
                  <a:off x="16119999" y="5693328"/>
                  <a:ext cx="1807558" cy="99510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dirty="0" smtClean="0"/>
                    <a:t>M2M</a:t>
                  </a:r>
                  <a:endParaRPr lang="en-US" sz="2400" dirty="0"/>
                </a:p>
              </p:txBody>
            </p:sp>
            <p:sp>
              <p:nvSpPr>
                <p:cNvPr id="43" name="ZoneTexte 42"/>
                <p:cNvSpPr txBox="1"/>
                <p:nvPr/>
              </p:nvSpPr>
              <p:spPr>
                <a:xfrm>
                  <a:off x="21286702" y="5683262"/>
                  <a:ext cx="1600101" cy="99510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dirty="0" smtClean="0"/>
                    <a:t>M2C</a:t>
                  </a:r>
                  <a:endParaRPr lang="en-US" sz="2400" dirty="0"/>
                </a:p>
              </p:txBody>
            </p:sp>
            <p:sp>
              <p:nvSpPr>
                <p:cNvPr id="44" name="ZoneTexte 43"/>
                <p:cNvSpPr txBox="1"/>
                <p:nvPr/>
              </p:nvSpPr>
              <p:spPr>
                <a:xfrm>
                  <a:off x="24679080" y="7687507"/>
                  <a:ext cx="2212165" cy="99510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dirty="0" smtClean="0"/>
                    <a:t>modify</a:t>
                  </a:r>
                  <a:endParaRPr lang="en-US" sz="2400" dirty="0"/>
                </a:p>
              </p:txBody>
            </p:sp>
            <p:cxnSp>
              <p:nvCxnSpPr>
                <p:cNvPr id="45" name="Connecteur droit avec flèche 44"/>
                <p:cNvCxnSpPr/>
                <p:nvPr/>
              </p:nvCxnSpPr>
              <p:spPr>
                <a:xfrm flipH="1">
                  <a:off x="24502519" y="7483275"/>
                  <a:ext cx="1" cy="1638808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2">
                  <a:schemeClr val="accent2"/>
                </a:lnRef>
                <a:fillRef idx="0">
                  <a:schemeClr val="accent2"/>
                </a:fillRef>
                <a:effectRef idx="1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Connecteur droit avec flèche 45"/>
                <p:cNvCxnSpPr>
                  <a:stCxn id="49" idx="2"/>
                  <a:endCxn id="53" idx="0"/>
                </p:cNvCxnSpPr>
                <p:nvPr/>
              </p:nvCxnSpPr>
              <p:spPr>
                <a:xfrm>
                  <a:off x="14258726" y="7580746"/>
                  <a:ext cx="13108" cy="1508489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2">
                  <a:schemeClr val="accent2"/>
                </a:lnRef>
                <a:fillRef idx="0">
                  <a:schemeClr val="accent2"/>
                </a:fillRef>
                <a:effectRef idx="1">
                  <a:schemeClr val="accent2"/>
                </a:effectRef>
                <a:fontRef idx="minor">
                  <a:schemeClr val="tx1"/>
                </a:fontRef>
              </p:style>
            </p:cxnSp>
            <p:grpSp>
              <p:nvGrpSpPr>
                <p:cNvPr id="47" name="Groupe 46"/>
                <p:cNvGrpSpPr/>
                <p:nvPr/>
              </p:nvGrpSpPr>
              <p:grpSpPr>
                <a:xfrm>
                  <a:off x="17646335" y="9264642"/>
                  <a:ext cx="3847360" cy="1482237"/>
                  <a:chOff x="13108918" y="6434087"/>
                  <a:chExt cx="3847360" cy="1482237"/>
                </a:xfrm>
              </p:grpSpPr>
              <p:cxnSp>
                <p:nvCxnSpPr>
                  <p:cNvPr id="54" name="Connecteur droit 53"/>
                  <p:cNvCxnSpPr>
                    <a:stCxn id="32" idx="3"/>
                  </p:cNvCxnSpPr>
                  <p:nvPr/>
                </p:nvCxnSpPr>
                <p:spPr>
                  <a:xfrm flipV="1">
                    <a:off x="13108918" y="6434087"/>
                    <a:ext cx="3847360" cy="1482237"/>
                  </a:xfrm>
                  <a:prstGeom prst="line">
                    <a:avLst/>
                  </a:prstGeom>
                  <a:ln w="190500">
                    <a:solidFill>
                      <a:srgbClr val="FF0000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55" name="ZoneTexte 54"/>
                  <p:cNvSpPr txBox="1"/>
                  <p:nvPr/>
                </p:nvSpPr>
                <p:spPr>
                  <a:xfrm>
                    <a:off x="13304523" y="6558238"/>
                    <a:ext cx="3473106" cy="99510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US" sz="2400" dirty="0" smtClean="0"/>
                      <a:t>Consistency</a:t>
                    </a:r>
                    <a:endParaRPr lang="en-US" sz="2400" dirty="0"/>
                  </a:p>
                </p:txBody>
              </p:sp>
            </p:grpSp>
            <p:sp>
              <p:nvSpPr>
                <p:cNvPr id="48" name="ZoneTexte 47"/>
                <p:cNvSpPr txBox="1"/>
                <p:nvPr/>
              </p:nvSpPr>
              <p:spPr>
                <a:xfrm>
                  <a:off x="17536609" y="5887250"/>
                  <a:ext cx="830500" cy="99510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dirty="0" smtClean="0"/>
                    <a:t>…</a:t>
                  </a:r>
                  <a:endParaRPr lang="en-US" sz="2400" dirty="0"/>
                </a:p>
              </p:txBody>
            </p:sp>
            <p:sp>
              <p:nvSpPr>
                <p:cNvPr id="49" name="Rectangle 48"/>
                <p:cNvSpPr/>
                <p:nvPr/>
              </p:nvSpPr>
              <p:spPr>
                <a:xfrm>
                  <a:off x="12397454" y="5837286"/>
                  <a:ext cx="3722544" cy="1743460"/>
                </a:xfrm>
                <a:prstGeom prst="rect">
                  <a:avLst/>
                </a:prstGeom>
                <a:solidFill>
                  <a:schemeClr val="accent3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400" dirty="0" smtClean="0">
                      <a:solidFill>
                        <a:schemeClr val="tx1"/>
                      </a:solidFill>
                    </a:rPr>
                    <a:t>Architecture Model</a:t>
                  </a:r>
                  <a:endParaRPr lang="en-US" sz="24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0" name="Organigramme : Multidocument 49"/>
                <p:cNvSpPr/>
                <p:nvPr/>
              </p:nvSpPr>
              <p:spPr>
                <a:xfrm>
                  <a:off x="22842140" y="5711944"/>
                  <a:ext cx="3320760" cy="1921101"/>
                </a:xfrm>
                <a:prstGeom prst="flowChartMultidocument">
                  <a:avLst/>
                </a:prstGeom>
                <a:solidFill>
                  <a:schemeClr val="accent3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400" dirty="0" smtClean="0">
                      <a:solidFill>
                        <a:schemeClr val="tx1"/>
                      </a:solidFill>
                    </a:rPr>
                    <a:t>Code</a:t>
                  </a:r>
                  <a:endParaRPr lang="en-US" sz="24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1" name="Rectangle 50"/>
                <p:cNvSpPr/>
                <p:nvPr/>
              </p:nvSpPr>
              <p:spPr>
                <a:xfrm>
                  <a:off x="18402552" y="5887248"/>
                  <a:ext cx="2779190" cy="1705137"/>
                </a:xfrm>
                <a:prstGeom prst="rect">
                  <a:avLst/>
                </a:prstGeom>
                <a:solidFill>
                  <a:schemeClr val="accent3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400" dirty="0" smtClean="0">
                      <a:solidFill>
                        <a:schemeClr val="tx1"/>
                      </a:solidFill>
                    </a:rPr>
                    <a:t>Design Model</a:t>
                  </a:r>
                  <a:endParaRPr lang="en-US" sz="24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2" name="Organigramme : Multidocument 51"/>
                <p:cNvSpPr/>
                <p:nvPr/>
              </p:nvSpPr>
              <p:spPr>
                <a:xfrm>
                  <a:off x="22803057" y="9164124"/>
                  <a:ext cx="3320760" cy="1921101"/>
                </a:xfrm>
                <a:prstGeom prst="flowChartMultidocument">
                  <a:avLst/>
                </a:prstGeom>
                <a:solidFill>
                  <a:schemeClr val="accent3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400" dirty="0" smtClean="0">
                      <a:solidFill>
                        <a:schemeClr val="tx1"/>
                      </a:solidFill>
                    </a:rPr>
                    <a:t>Code*</a:t>
                  </a:r>
                  <a:endParaRPr lang="en-US" sz="24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3" name="Rectangle 52"/>
                <p:cNvSpPr/>
                <p:nvPr/>
              </p:nvSpPr>
              <p:spPr>
                <a:xfrm>
                  <a:off x="12397454" y="9089234"/>
                  <a:ext cx="3748761" cy="1743460"/>
                </a:xfrm>
                <a:prstGeom prst="rect">
                  <a:avLst/>
                </a:prstGeom>
                <a:solidFill>
                  <a:schemeClr val="accent3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400" dirty="0" smtClean="0">
                      <a:solidFill>
                        <a:schemeClr val="tx1"/>
                      </a:solidFill>
                    </a:rPr>
                    <a:t>Architecture Model*</a:t>
                  </a:r>
                  <a:endParaRPr lang="en-US" sz="2400" dirty="0">
                    <a:solidFill>
                      <a:schemeClr val="tx1"/>
                    </a:solidFill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401263879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</Words>
  <Application>Microsoft Office PowerPoint</Application>
  <PresentationFormat>Grand écran</PresentationFormat>
  <Paragraphs>13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Thème Office</vt:lpstr>
      <vt:lpstr>Présentation PowerPoint</vt:lpstr>
    </vt:vector>
  </TitlesOfParts>
  <Company>Commissariat à l'Energie Atomique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PHAM Van Cam</dc:creator>
  <cp:lastModifiedBy>PHAM Van Cam</cp:lastModifiedBy>
  <cp:revision>1</cp:revision>
  <dcterms:created xsi:type="dcterms:W3CDTF">2016-05-31T12:29:05Z</dcterms:created>
  <dcterms:modified xsi:type="dcterms:W3CDTF">2016-05-31T12:29:26Z</dcterms:modified>
</cp:coreProperties>
</file>