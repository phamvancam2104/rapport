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315" r:id="rId2"/>
  </p:sldIdLst>
  <p:sldSz cx="5205413" cy="3322638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24364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48728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73092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97456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1218209" algn="l" defTabSz="487284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1461851" algn="l" defTabSz="487284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1705493" algn="l" defTabSz="487284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1949135" algn="l" defTabSz="487284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047" userDrawn="1">
          <p15:clr>
            <a:srgbClr val="A4A3A4"/>
          </p15:clr>
        </p15:guide>
        <p15:guide id="2" pos="16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 Shuai" initials="SL" lastIdx="7" clrIdx="0"/>
  <p:cmAuthor id="1" name="RADERMACHER Ansgar 206501" initials="RA2" lastIdx="1" clrIdx="1">
    <p:extLst>
      <p:ext uri="{19B8F6BF-5375-455C-9EA6-DF929625EA0E}">
        <p15:presenceInfo xmlns:p15="http://schemas.microsoft.com/office/powerpoint/2012/main" userId="S-1-5-21-1801674531-299502267-839522115-408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00"/>
    <a:srgbClr val="9999FF"/>
    <a:srgbClr val="9933FF"/>
    <a:srgbClr val="CC9900"/>
    <a:srgbClr val="C7E4FF"/>
    <a:srgbClr val="FE7900"/>
    <a:srgbClr val="E9F3CE"/>
    <a:srgbClr val="D2FEC4"/>
    <a:srgbClr val="C9F651"/>
    <a:srgbClr val="EDF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9" autoAdjust="0"/>
    <p:restoredTop sz="84067" autoAdjust="0"/>
  </p:normalViewPr>
  <p:slideViewPr>
    <p:cSldViewPr>
      <p:cViewPr varScale="1">
        <p:scale>
          <a:sx n="219" d="100"/>
          <a:sy n="219" d="100"/>
        </p:scale>
        <p:origin x="1958" y="139"/>
      </p:cViewPr>
      <p:guideLst>
        <p:guide orient="horz" pos="1047"/>
        <p:guide pos="1640"/>
      </p:guideLst>
    </p:cSldViewPr>
  </p:slideViewPr>
  <p:outlineViewPr>
    <p:cViewPr>
      <p:scale>
        <a:sx n="33" d="100"/>
        <a:sy n="33" d="100"/>
      </p:scale>
      <p:origin x="0" y="122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9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E9CA-C14B-4E19-97C9-513406ADC593}" type="datetimeFigureOut">
              <a:rPr lang="fr-FR" smtClean="0"/>
              <a:t>29/04/2016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359AC-EB57-4019-BE17-C972272DD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321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0300910-25D8-4791-9138-E02902FF6C5D}" type="datetimeFigureOut">
              <a:rPr lang="fr-FR"/>
              <a:pPr>
                <a:defRPr/>
              </a:pPr>
              <a:t>29/04/2016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44538" y="685800"/>
            <a:ext cx="53689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5097153-1DDC-4F13-94F9-FB75DB92492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928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639" kern="1200">
        <a:solidFill>
          <a:schemeClr val="tx1"/>
        </a:solidFill>
        <a:latin typeface="+mn-lt"/>
        <a:ea typeface="+mn-ea"/>
        <a:cs typeface="+mn-cs"/>
      </a:defRPr>
    </a:lvl1pPr>
    <a:lvl2pPr marL="243642" algn="l" rtl="0" eaLnBrk="0" fontAlgn="base" hangingPunct="0">
      <a:spcBef>
        <a:spcPct val="30000"/>
      </a:spcBef>
      <a:spcAft>
        <a:spcPct val="0"/>
      </a:spcAft>
      <a:defRPr sz="639" kern="1200">
        <a:solidFill>
          <a:schemeClr val="tx1"/>
        </a:solidFill>
        <a:latin typeface="+mn-lt"/>
        <a:ea typeface="+mn-ea"/>
        <a:cs typeface="+mn-cs"/>
      </a:defRPr>
    </a:lvl2pPr>
    <a:lvl3pPr marL="487284" algn="l" rtl="0" eaLnBrk="0" fontAlgn="base" hangingPunct="0">
      <a:spcBef>
        <a:spcPct val="30000"/>
      </a:spcBef>
      <a:spcAft>
        <a:spcPct val="0"/>
      </a:spcAft>
      <a:defRPr sz="639" kern="1200">
        <a:solidFill>
          <a:schemeClr val="tx1"/>
        </a:solidFill>
        <a:latin typeface="+mn-lt"/>
        <a:ea typeface="+mn-ea"/>
        <a:cs typeface="+mn-cs"/>
      </a:defRPr>
    </a:lvl3pPr>
    <a:lvl4pPr marL="730926" algn="l" rtl="0" eaLnBrk="0" fontAlgn="base" hangingPunct="0">
      <a:spcBef>
        <a:spcPct val="30000"/>
      </a:spcBef>
      <a:spcAft>
        <a:spcPct val="0"/>
      </a:spcAft>
      <a:defRPr sz="639" kern="1200">
        <a:solidFill>
          <a:schemeClr val="tx1"/>
        </a:solidFill>
        <a:latin typeface="+mn-lt"/>
        <a:ea typeface="+mn-ea"/>
        <a:cs typeface="+mn-cs"/>
      </a:defRPr>
    </a:lvl4pPr>
    <a:lvl5pPr marL="974568" algn="l" rtl="0" eaLnBrk="0" fontAlgn="base" hangingPunct="0">
      <a:spcBef>
        <a:spcPct val="30000"/>
      </a:spcBef>
      <a:spcAft>
        <a:spcPct val="0"/>
      </a:spcAft>
      <a:defRPr sz="639" kern="1200">
        <a:solidFill>
          <a:schemeClr val="tx1"/>
        </a:solidFill>
        <a:latin typeface="+mn-lt"/>
        <a:ea typeface="+mn-ea"/>
        <a:cs typeface="+mn-cs"/>
      </a:defRPr>
    </a:lvl5pPr>
    <a:lvl6pPr marL="1218209" algn="l" defTabSz="487284" rtl="0" eaLnBrk="1" latinLnBrk="0" hangingPunct="1">
      <a:defRPr sz="639" kern="1200">
        <a:solidFill>
          <a:schemeClr val="tx1"/>
        </a:solidFill>
        <a:latin typeface="+mn-lt"/>
        <a:ea typeface="+mn-ea"/>
        <a:cs typeface="+mn-cs"/>
      </a:defRPr>
    </a:lvl6pPr>
    <a:lvl7pPr marL="1461851" algn="l" defTabSz="487284" rtl="0" eaLnBrk="1" latinLnBrk="0" hangingPunct="1">
      <a:defRPr sz="639" kern="1200">
        <a:solidFill>
          <a:schemeClr val="tx1"/>
        </a:solidFill>
        <a:latin typeface="+mn-lt"/>
        <a:ea typeface="+mn-ea"/>
        <a:cs typeface="+mn-cs"/>
      </a:defRPr>
    </a:lvl7pPr>
    <a:lvl8pPr marL="1705493" algn="l" defTabSz="487284" rtl="0" eaLnBrk="1" latinLnBrk="0" hangingPunct="1">
      <a:defRPr sz="639" kern="1200">
        <a:solidFill>
          <a:schemeClr val="tx1"/>
        </a:solidFill>
        <a:latin typeface="+mn-lt"/>
        <a:ea typeface="+mn-ea"/>
        <a:cs typeface="+mn-cs"/>
      </a:defRPr>
    </a:lvl8pPr>
    <a:lvl9pPr marL="1949135" algn="l" defTabSz="487284" rtl="0" eaLnBrk="1" latinLnBrk="0" hangingPunct="1">
      <a:defRPr sz="63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44538" y="685800"/>
            <a:ext cx="5368925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762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1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1618558" cy="3335714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4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9" y="2477365"/>
            <a:ext cx="642543" cy="183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618559" y="3266492"/>
            <a:ext cx="3586855" cy="69222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48" y="494551"/>
            <a:ext cx="1362806" cy="306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626" y="3072672"/>
            <a:ext cx="450956" cy="116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1660131" y="3061903"/>
            <a:ext cx="422035" cy="151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41875" y="754252"/>
            <a:ext cx="3361348" cy="1285757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5953"/>
              </a:lnSpc>
              <a:defRPr sz="4387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0" name="Espace réservé du pied de page 12"/>
          <p:cNvSpPr>
            <a:spLocks noGrp="1"/>
          </p:cNvSpPr>
          <p:nvPr>
            <p:ph type="ftr" sz="quarter" idx="10"/>
          </p:nvPr>
        </p:nvSpPr>
        <p:spPr>
          <a:xfrm>
            <a:off x="1741464" y="2045115"/>
            <a:ext cx="3361829" cy="767591"/>
          </a:xfrm>
          <a:prstGeom prst="rect">
            <a:avLst/>
          </a:prstGeom>
        </p:spPr>
        <p:txBody>
          <a:bodyPr anchor="ctr" anchorCtr="0"/>
          <a:lstStyle>
            <a:lvl1pPr algn="l">
              <a:defRPr sz="2193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9847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2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0"/>
            <a:ext cx="1618558" cy="3335714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618559" y="3266492"/>
            <a:ext cx="3586855" cy="69222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48" y="494551"/>
            <a:ext cx="1362806" cy="306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9" y="2477365"/>
            <a:ext cx="642543" cy="183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477" y="3060366"/>
            <a:ext cx="450956" cy="116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1629404" y="3044983"/>
            <a:ext cx="422035" cy="151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1618898" y="1963071"/>
            <a:ext cx="3586515" cy="1029058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88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1741875" y="754252"/>
            <a:ext cx="3361348" cy="976842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5953"/>
              </a:lnSpc>
              <a:defRPr sz="4387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pied de page 12"/>
          <p:cNvSpPr>
            <a:spLocks noGrp="1"/>
          </p:cNvSpPr>
          <p:nvPr>
            <p:ph type="ftr" sz="quarter" idx="15"/>
          </p:nvPr>
        </p:nvSpPr>
        <p:spPr>
          <a:xfrm>
            <a:off x="1741464" y="1731310"/>
            <a:ext cx="3361829" cy="139212"/>
          </a:xfrm>
          <a:prstGeom prst="rect">
            <a:avLst/>
          </a:prstGeom>
        </p:spPr>
        <p:txBody>
          <a:bodyPr/>
          <a:lstStyle>
            <a:lvl1pPr algn="l">
              <a:defRPr sz="2193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05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" y="0"/>
            <a:ext cx="1618558" cy="3335714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618559" y="3266492"/>
            <a:ext cx="3586855" cy="69222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48" y="494551"/>
            <a:ext cx="1362806" cy="306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9" y="2477365"/>
            <a:ext cx="642543" cy="183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714" y="3061904"/>
            <a:ext cx="450956" cy="116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1636634" y="3044983"/>
            <a:ext cx="422035" cy="151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1741875" y="754252"/>
            <a:ext cx="3361348" cy="976842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5953"/>
              </a:lnSpc>
              <a:defRPr sz="4387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1618898" y="1963071"/>
            <a:ext cx="1194786" cy="1029058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88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5" name="Espace réservé pour une image  11"/>
          <p:cNvSpPr>
            <a:spLocks noGrp="1"/>
          </p:cNvSpPr>
          <p:nvPr>
            <p:ph type="pic" sz="quarter" idx="23"/>
          </p:nvPr>
        </p:nvSpPr>
        <p:spPr>
          <a:xfrm>
            <a:off x="2812950" y="1963071"/>
            <a:ext cx="1194786" cy="1029058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88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6" name="Espace réservé pour une image  11"/>
          <p:cNvSpPr>
            <a:spLocks noGrp="1"/>
          </p:cNvSpPr>
          <p:nvPr>
            <p:ph type="pic" sz="quarter" idx="24"/>
          </p:nvPr>
        </p:nvSpPr>
        <p:spPr>
          <a:xfrm>
            <a:off x="4011823" y="1963071"/>
            <a:ext cx="1194786" cy="1029058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88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8" name="Espace réservé du pied de page 12"/>
          <p:cNvSpPr>
            <a:spLocks noGrp="1"/>
          </p:cNvSpPr>
          <p:nvPr>
            <p:ph type="ftr" sz="quarter" idx="25"/>
          </p:nvPr>
        </p:nvSpPr>
        <p:spPr>
          <a:xfrm>
            <a:off x="1741464" y="1731310"/>
            <a:ext cx="3361829" cy="139212"/>
          </a:xfrm>
          <a:prstGeom prst="rect">
            <a:avLst/>
          </a:prstGeom>
        </p:spPr>
        <p:txBody>
          <a:bodyPr/>
          <a:lstStyle>
            <a:lvl1pPr algn="l">
              <a:defRPr sz="2193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76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rcalair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251" y="0"/>
            <a:ext cx="3321162" cy="332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2090364" y="944563"/>
            <a:ext cx="3053852" cy="228668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4387"/>
              </a:lnSpc>
              <a:defRPr sz="3447" b="1" cap="all"/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"/>
          </p:nvPr>
        </p:nvSpPr>
        <p:spPr>
          <a:xfrm>
            <a:off x="2090364" y="126282"/>
            <a:ext cx="3012859" cy="767519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880"/>
              </a:lnSpc>
              <a:spcAft>
                <a:spcPts val="0"/>
              </a:spcAft>
              <a:buNone/>
              <a:defRPr sz="1332">
                <a:solidFill>
                  <a:schemeClr val="bg1"/>
                </a:solidFill>
              </a:defRPr>
            </a:lvl1pPr>
            <a:lvl2pPr marL="716295" indent="0">
              <a:buNone/>
              <a:defRPr sz="2820">
                <a:solidFill>
                  <a:schemeClr val="tx1">
                    <a:tint val="75000"/>
                  </a:schemeClr>
                </a:solidFill>
              </a:defRPr>
            </a:lvl2pPr>
            <a:lvl3pPr marL="1432590" indent="0">
              <a:buNone/>
              <a:defRPr sz="2507">
                <a:solidFill>
                  <a:schemeClr val="tx1">
                    <a:tint val="75000"/>
                  </a:schemeClr>
                </a:solidFill>
              </a:defRPr>
            </a:lvl3pPr>
            <a:lvl4pPr marL="2148886" indent="0">
              <a:buNone/>
              <a:defRPr sz="2193">
                <a:solidFill>
                  <a:schemeClr val="tx1">
                    <a:tint val="75000"/>
                  </a:schemeClr>
                </a:solidFill>
              </a:defRPr>
            </a:lvl4pPr>
            <a:lvl5pPr marL="2865181" indent="0">
              <a:buNone/>
              <a:defRPr sz="2193">
                <a:solidFill>
                  <a:schemeClr val="tx1">
                    <a:tint val="75000"/>
                  </a:schemeClr>
                </a:solidFill>
              </a:defRPr>
            </a:lvl5pPr>
            <a:lvl6pPr marL="3581476" indent="0">
              <a:buNone/>
              <a:defRPr sz="2193">
                <a:solidFill>
                  <a:schemeClr val="tx1">
                    <a:tint val="75000"/>
                  </a:schemeClr>
                </a:solidFill>
              </a:defRPr>
            </a:lvl6pPr>
            <a:lvl7pPr marL="4297771" indent="0">
              <a:buNone/>
              <a:defRPr sz="2193">
                <a:solidFill>
                  <a:schemeClr val="tx1">
                    <a:tint val="75000"/>
                  </a:schemeClr>
                </a:solidFill>
              </a:defRPr>
            </a:lvl7pPr>
            <a:lvl8pPr marL="5014067" indent="0">
              <a:buNone/>
              <a:defRPr sz="2193">
                <a:solidFill>
                  <a:schemeClr val="tx1">
                    <a:tint val="75000"/>
                  </a:schemeClr>
                </a:solidFill>
              </a:defRPr>
            </a:lvl8pPr>
            <a:lvl9pPr marL="5730362" indent="0">
              <a:buNone/>
              <a:defRPr sz="21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01764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307265" y="789139"/>
            <a:ext cx="4673123" cy="2267669"/>
          </a:xfrm>
          <a:prstGeom prst="rect">
            <a:avLst/>
          </a:prstGeom>
        </p:spPr>
        <p:txBody>
          <a:bodyPr/>
          <a:lstStyle>
            <a:lvl1pPr marL="537221" indent="-537221">
              <a:buFont typeface="Arial" pitchFamily="34" charset="0"/>
              <a:buChar char="•"/>
              <a:defRPr sz="3133">
                <a:solidFill>
                  <a:schemeClr val="accent5"/>
                </a:solidFill>
              </a:defRPr>
            </a:lvl1pPr>
            <a:lvl2pPr marL="1256005" indent="-564581">
              <a:defRPr sz="2820"/>
            </a:lvl2pPr>
            <a:lvl3pPr marL="1835507" indent="-447685">
              <a:buSzPct val="60000"/>
              <a:buFont typeface="Arial" pitchFamily="34" charset="0"/>
              <a:buChar char="•"/>
              <a:defRPr sz="2507"/>
            </a:lvl3pPr>
            <a:lvl4pPr marL="1313208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307265" y="475322"/>
            <a:ext cx="4673123" cy="31380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133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04321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20"/>
          <p:cNvSpPr>
            <a:spLocks noGrp="1"/>
          </p:cNvSpPr>
          <p:nvPr>
            <p:ph sz="quarter" idx="20"/>
          </p:nvPr>
        </p:nvSpPr>
        <p:spPr>
          <a:xfrm>
            <a:off x="2930607" y="976734"/>
            <a:ext cx="1987893" cy="1787771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88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307264" y="789139"/>
            <a:ext cx="2541396" cy="2267669"/>
          </a:xfrm>
          <a:prstGeom prst="rect">
            <a:avLst/>
          </a:prstGeom>
        </p:spPr>
        <p:txBody>
          <a:bodyPr/>
          <a:lstStyle>
            <a:lvl1pPr marL="537221" indent="-537221">
              <a:buFont typeface="Arial" pitchFamily="34" charset="0"/>
              <a:buChar char="•"/>
              <a:defRPr sz="3133">
                <a:solidFill>
                  <a:schemeClr val="accent5"/>
                </a:solidFill>
              </a:defRPr>
            </a:lvl1pPr>
            <a:lvl2pPr marL="1256005" indent="-564581">
              <a:defRPr sz="2820"/>
            </a:lvl2pPr>
            <a:lvl3pPr marL="1835507" indent="-447685">
              <a:buSzPct val="60000"/>
              <a:buFont typeface="Arial" pitchFamily="34" charset="0"/>
              <a:buChar char="•"/>
              <a:defRPr sz="2507"/>
            </a:lvl3pPr>
            <a:lvl4pPr marL="1313208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307264" y="475322"/>
            <a:ext cx="2541396" cy="31380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133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67547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2930607" y="976734"/>
            <a:ext cx="1987893" cy="959292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88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Espace réservé du contenu 20"/>
          <p:cNvSpPr>
            <a:spLocks noGrp="1"/>
          </p:cNvSpPr>
          <p:nvPr>
            <p:ph sz="quarter" idx="22"/>
          </p:nvPr>
        </p:nvSpPr>
        <p:spPr>
          <a:xfrm>
            <a:off x="2930607" y="1937770"/>
            <a:ext cx="993947" cy="821503"/>
          </a:xfrm>
          <a:prstGeom prst="rect">
            <a:avLst/>
          </a:prstGeom>
          <a:solidFill>
            <a:srgbClr val="808080"/>
          </a:solidFill>
        </p:spPr>
        <p:txBody>
          <a:bodyPr anchor="ctr"/>
          <a:lstStyle>
            <a:lvl1pPr marL="0" indent="0" algn="ctr">
              <a:defRPr sz="188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7" name="Espace réservé du contenu 20"/>
          <p:cNvSpPr>
            <a:spLocks noGrp="1"/>
          </p:cNvSpPr>
          <p:nvPr>
            <p:ph sz="quarter" idx="23"/>
          </p:nvPr>
        </p:nvSpPr>
        <p:spPr>
          <a:xfrm>
            <a:off x="3924555" y="1937770"/>
            <a:ext cx="993947" cy="821503"/>
          </a:xfrm>
          <a:prstGeom prst="rect">
            <a:avLst/>
          </a:prstGeom>
          <a:solidFill>
            <a:srgbClr val="B2B2B2"/>
          </a:solidFill>
        </p:spPr>
        <p:txBody>
          <a:bodyPr anchor="ctr"/>
          <a:lstStyle>
            <a:lvl1pPr marL="0" indent="0" algn="ctr">
              <a:defRPr sz="188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307264" y="789139"/>
            <a:ext cx="2541396" cy="2267669"/>
          </a:xfrm>
          <a:prstGeom prst="rect">
            <a:avLst/>
          </a:prstGeom>
        </p:spPr>
        <p:txBody>
          <a:bodyPr/>
          <a:lstStyle>
            <a:lvl1pPr marL="537221" indent="-537221">
              <a:buFont typeface="Arial" pitchFamily="34" charset="0"/>
              <a:buChar char="•"/>
              <a:defRPr sz="3133">
                <a:solidFill>
                  <a:schemeClr val="accent5"/>
                </a:solidFill>
              </a:defRPr>
            </a:lvl1pPr>
            <a:lvl2pPr marL="1256005" indent="-564581">
              <a:defRPr sz="2820"/>
            </a:lvl2pPr>
            <a:lvl3pPr marL="1835507" indent="-447685">
              <a:buSzPct val="60000"/>
              <a:buFont typeface="Arial" pitchFamily="34" charset="0"/>
              <a:buChar char="•"/>
              <a:defRPr sz="2507"/>
            </a:lvl3pPr>
            <a:lvl4pPr marL="1313208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307264" y="475322"/>
            <a:ext cx="2541396" cy="31380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133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6176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graphique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327900" y="706388"/>
            <a:ext cx="4590600" cy="924408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88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307265" y="1975304"/>
            <a:ext cx="4673123" cy="1081503"/>
          </a:xfrm>
          <a:prstGeom prst="rect">
            <a:avLst/>
          </a:prstGeom>
        </p:spPr>
        <p:txBody>
          <a:bodyPr/>
          <a:lstStyle>
            <a:lvl1pPr marL="537221" indent="-537221">
              <a:buFont typeface="Arial" pitchFamily="34" charset="0"/>
              <a:buChar char="•"/>
              <a:defRPr sz="3133">
                <a:solidFill>
                  <a:schemeClr val="accent5"/>
                </a:solidFill>
              </a:defRPr>
            </a:lvl1pPr>
            <a:lvl2pPr marL="1256005" indent="-564581">
              <a:defRPr sz="2820"/>
            </a:lvl2pPr>
            <a:lvl3pPr marL="1835507" indent="-447685">
              <a:buSzPct val="60000"/>
              <a:buFont typeface="Arial" pitchFamily="34" charset="0"/>
              <a:buChar char="•"/>
              <a:defRPr sz="2507"/>
            </a:lvl3pPr>
            <a:lvl4pPr marL="1313208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307265" y="1661320"/>
            <a:ext cx="4673123" cy="31380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133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80640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8" descr="cart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82" y="409946"/>
            <a:ext cx="4815911" cy="2014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graphique 32"/>
          <p:cNvSpPr>
            <a:spLocks noGrp="1"/>
          </p:cNvSpPr>
          <p:nvPr>
            <p:ph type="chart" sz="quarter" idx="13"/>
          </p:nvPr>
        </p:nvSpPr>
        <p:spPr>
          <a:xfrm>
            <a:off x="512112" y="2498901"/>
            <a:ext cx="1844642" cy="418406"/>
          </a:xfrm>
          <a:prstGeom prst="rect">
            <a:avLst/>
          </a:prstGeom>
        </p:spPr>
        <p:txBody>
          <a:bodyPr anchor="ctr"/>
          <a:lstStyle>
            <a:lvl1pPr marL="0" indent="0" algn="ctr">
              <a:defRPr sz="1880"/>
            </a:lvl1pPr>
          </a:lstStyle>
          <a:p>
            <a:pPr lvl="0"/>
            <a:r>
              <a:rPr lang="fr-FR" noProof="0" smtClean="0"/>
              <a:t>Cliquez sur l'icône pour ajouter un graphique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8627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Fin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251" y="0"/>
            <a:ext cx="3321162" cy="332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1" descr="bandeau_dernièr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0"/>
          <a:stretch>
            <a:fillRect/>
          </a:stretch>
        </p:blipFill>
        <p:spPr bwMode="auto">
          <a:xfrm>
            <a:off x="1884251" y="0"/>
            <a:ext cx="3321162" cy="2812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63910" y="2809853"/>
            <a:ext cx="1080021" cy="456972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1880"/>
              </a:lnSpc>
              <a:defRPr sz="1332" b="0" cap="none" baseline="0">
                <a:solidFill>
                  <a:schemeClr val="bg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14938" y="2809853"/>
            <a:ext cx="2022491" cy="45697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80"/>
              </a:lnSpc>
              <a:spcAft>
                <a:spcPts val="0"/>
              </a:spcAft>
              <a:buFont typeface="Arial" pitchFamily="34" charset="0"/>
              <a:buNone/>
              <a:defRPr sz="1253">
                <a:solidFill>
                  <a:schemeClr val="bg1"/>
                </a:solidFill>
              </a:defRPr>
            </a:lvl1pPr>
            <a:lvl2pPr marL="0" indent="0">
              <a:lnSpc>
                <a:spcPts val="1880"/>
              </a:lnSpc>
              <a:spcBef>
                <a:spcPts val="1253"/>
              </a:spcBef>
              <a:buFont typeface="Arial" pitchFamily="34" charset="0"/>
              <a:buNone/>
              <a:defRPr sz="1018">
                <a:solidFill>
                  <a:schemeClr val="bg1"/>
                </a:solidFill>
              </a:defRPr>
            </a:lvl2pPr>
            <a:lvl3pPr marL="0" indent="0">
              <a:lnSpc>
                <a:spcPts val="1880"/>
              </a:lnSpc>
              <a:buFont typeface="Arial" pitchFamily="34" charset="0"/>
              <a:buNone/>
              <a:defRPr sz="1018">
                <a:solidFill>
                  <a:schemeClr val="bg1"/>
                </a:solidFill>
              </a:defRPr>
            </a:lvl3pPr>
            <a:lvl4pPr marL="0" indent="0">
              <a:lnSpc>
                <a:spcPts val="1880"/>
              </a:lnSpc>
              <a:buFont typeface="Arial" pitchFamily="34" charset="0"/>
              <a:buNone/>
              <a:defRPr sz="1018">
                <a:solidFill>
                  <a:schemeClr val="bg1"/>
                </a:solidFill>
              </a:defRPr>
            </a:lvl4pPr>
            <a:lvl5pPr marL="0" indent="0">
              <a:lnSpc>
                <a:spcPts val="1880"/>
              </a:lnSpc>
              <a:buFont typeface="Arial" pitchFamily="34" charset="0"/>
              <a:buNone/>
              <a:defRPr sz="1018"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713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307152" y="789139"/>
            <a:ext cx="4673123" cy="2267669"/>
          </a:xfrm>
          <a:prstGeom prst="rect">
            <a:avLst/>
          </a:prstGeom>
        </p:spPr>
        <p:txBody>
          <a:bodyPr/>
          <a:lstStyle>
            <a:lvl1pPr marL="537221" indent="-537221">
              <a:buFont typeface="Arial" pitchFamily="34" charset="0"/>
              <a:buChar char="•"/>
              <a:defRPr sz="3133">
                <a:solidFill>
                  <a:schemeClr val="accent5"/>
                </a:solidFill>
              </a:defRPr>
            </a:lvl1pPr>
            <a:lvl2pPr marL="1256005" indent="-564581">
              <a:buClrTx/>
              <a:buFont typeface="Wingdings" pitchFamily="2" charset="2"/>
              <a:buChar char="§"/>
              <a:defRPr sz="2820"/>
            </a:lvl2pPr>
            <a:lvl3pPr marL="1835507" indent="-447685">
              <a:buSzPct val="60000"/>
              <a:buFont typeface="Arial" pitchFamily="34" charset="0"/>
              <a:buChar char="•"/>
              <a:defRPr sz="2507"/>
            </a:lvl3pPr>
            <a:lvl4pPr marL="1313208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307151" y="475154"/>
            <a:ext cx="4684871" cy="313950"/>
          </a:xfrm>
          <a:prstGeom prst="rect">
            <a:avLst/>
          </a:prstGeom>
        </p:spPr>
        <p:txBody>
          <a:bodyPr anchor="ctr" anchorCtr="0"/>
          <a:lstStyle>
            <a:lvl1pPr algn="l">
              <a:defRPr lang="fr-FR" sz="3133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086269" y="44694"/>
            <a:ext cx="2746199" cy="279194"/>
          </a:xfrm>
          <a:prstGeom prst="rect">
            <a:avLst/>
          </a:prstGeom>
        </p:spPr>
        <p:txBody>
          <a:bodyPr anchor="ctr"/>
          <a:lstStyle>
            <a:lvl1pPr algn="l">
              <a:defRPr sz="3133" b="1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928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C:\Users\mp222957\Desktop\LOGO perso\LOGOS 2\List\List_vectoriel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403" y="108447"/>
            <a:ext cx="520542" cy="14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133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133" b="1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133" b="1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133" b="1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133" b="1">
          <a:solidFill>
            <a:schemeClr val="bg1"/>
          </a:solidFill>
          <a:latin typeface="Arial" charset="0"/>
        </a:defRPr>
      </a:lvl5pPr>
      <a:lvl6pPr marL="716295" algn="r" rtl="0" fontAlgn="base">
        <a:spcBef>
          <a:spcPct val="0"/>
        </a:spcBef>
        <a:spcAft>
          <a:spcPct val="0"/>
        </a:spcAft>
        <a:defRPr sz="3133" b="1">
          <a:solidFill>
            <a:schemeClr val="bg1"/>
          </a:solidFill>
          <a:latin typeface="Arial" charset="0"/>
        </a:defRPr>
      </a:lvl6pPr>
      <a:lvl7pPr marL="1432590" algn="r" rtl="0" fontAlgn="base">
        <a:spcBef>
          <a:spcPct val="0"/>
        </a:spcBef>
        <a:spcAft>
          <a:spcPct val="0"/>
        </a:spcAft>
        <a:defRPr sz="3133" b="1">
          <a:solidFill>
            <a:schemeClr val="bg1"/>
          </a:solidFill>
          <a:latin typeface="Arial" charset="0"/>
        </a:defRPr>
      </a:lvl7pPr>
      <a:lvl8pPr marL="2148886" algn="r" rtl="0" fontAlgn="base">
        <a:spcBef>
          <a:spcPct val="0"/>
        </a:spcBef>
        <a:spcAft>
          <a:spcPct val="0"/>
        </a:spcAft>
        <a:defRPr sz="3133" b="1">
          <a:solidFill>
            <a:schemeClr val="bg1"/>
          </a:solidFill>
          <a:latin typeface="Arial" charset="0"/>
        </a:defRPr>
      </a:lvl8pPr>
      <a:lvl9pPr marL="2865181" algn="r" rtl="0" fontAlgn="base">
        <a:spcBef>
          <a:spcPct val="0"/>
        </a:spcBef>
        <a:spcAft>
          <a:spcPct val="0"/>
        </a:spcAft>
        <a:defRPr sz="3133" b="1">
          <a:solidFill>
            <a:schemeClr val="bg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627"/>
        </a:spcAft>
        <a:buFont typeface="Arial" charset="0"/>
        <a:defRPr sz="376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564581" indent="-564581" algn="l" rtl="0" eaLnBrk="0" fontAlgn="base" hangingPunct="0">
        <a:spcBef>
          <a:spcPct val="0"/>
        </a:spcBef>
        <a:spcAft>
          <a:spcPct val="0"/>
        </a:spcAft>
        <a:buSzPct val="100000"/>
        <a:buFont typeface="Arial" charset="0"/>
        <a:buChar char="•"/>
        <a:defRPr sz="3133" kern="1200">
          <a:solidFill>
            <a:srgbClr val="5F5F5F"/>
          </a:solidFill>
          <a:latin typeface="+mn-lt"/>
          <a:ea typeface="+mn-ea"/>
          <a:cs typeface="+mn-cs"/>
        </a:defRPr>
      </a:lvl2pPr>
      <a:lvl3pPr marL="1014752" indent="-447685" algn="l" rtl="0" eaLnBrk="0" fontAlgn="base" hangingPunct="0">
        <a:spcBef>
          <a:spcPct val="0"/>
        </a:spcBef>
        <a:spcAft>
          <a:spcPct val="0"/>
        </a:spcAft>
        <a:buSzPct val="75000"/>
        <a:buFont typeface="Arial" charset="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581819" indent="-373070" algn="l" rtl="0" eaLnBrk="0" fontAlgn="base" hangingPunct="0">
        <a:lnSpc>
          <a:spcPts val="3133"/>
        </a:lnSpc>
        <a:spcBef>
          <a:spcPct val="0"/>
        </a:spcBef>
        <a:spcAft>
          <a:spcPct val="0"/>
        </a:spcAft>
        <a:buClr>
          <a:srgbClr val="666666"/>
        </a:buClr>
        <a:buSzPct val="36000"/>
        <a:buBlip>
          <a:blip r:embed="rId14"/>
        </a:buBlip>
        <a:defRPr sz="2507" kern="1200">
          <a:solidFill>
            <a:srgbClr val="666666"/>
          </a:solidFill>
          <a:latin typeface="+mn-lt"/>
          <a:ea typeface="+mn-ea"/>
          <a:cs typeface="+mn-cs"/>
        </a:defRPr>
      </a:lvl4pPr>
      <a:lvl5pPr marL="1775815" indent="-179074" algn="l" rtl="0" eaLnBrk="0" fontAlgn="base" hangingPunct="0">
        <a:lnSpc>
          <a:spcPts val="3133"/>
        </a:lnSpc>
        <a:spcBef>
          <a:spcPct val="0"/>
        </a:spcBef>
        <a:spcAft>
          <a:spcPct val="0"/>
        </a:spcAft>
        <a:buClr>
          <a:srgbClr val="666666"/>
        </a:buClr>
        <a:buFont typeface="Arial" charset="0"/>
        <a:buChar char="-"/>
        <a:defRPr sz="2507" kern="1200">
          <a:solidFill>
            <a:srgbClr val="666666"/>
          </a:solidFill>
          <a:latin typeface="+mn-lt"/>
          <a:ea typeface="+mn-ea"/>
          <a:cs typeface="+mn-cs"/>
        </a:defRPr>
      </a:lvl5pPr>
      <a:lvl6pPr marL="3939624" indent="-358148" algn="l" defTabSz="1432590" rtl="0" eaLnBrk="1" latinLnBrk="0" hangingPunct="1">
        <a:spcBef>
          <a:spcPct val="20000"/>
        </a:spcBef>
        <a:buFont typeface="Arial" pitchFamily="34" charset="0"/>
        <a:buChar char="•"/>
        <a:defRPr sz="3133" kern="1200">
          <a:solidFill>
            <a:schemeClr val="tx1"/>
          </a:solidFill>
          <a:latin typeface="+mn-lt"/>
          <a:ea typeface="+mn-ea"/>
          <a:cs typeface="+mn-cs"/>
        </a:defRPr>
      </a:lvl6pPr>
      <a:lvl7pPr marL="4655919" indent="-358148" algn="l" defTabSz="1432590" rtl="0" eaLnBrk="1" latinLnBrk="0" hangingPunct="1">
        <a:spcBef>
          <a:spcPct val="20000"/>
        </a:spcBef>
        <a:buFont typeface="Arial" pitchFamily="34" charset="0"/>
        <a:buChar char="•"/>
        <a:defRPr sz="3133" kern="1200">
          <a:solidFill>
            <a:schemeClr val="tx1"/>
          </a:solidFill>
          <a:latin typeface="+mn-lt"/>
          <a:ea typeface="+mn-ea"/>
          <a:cs typeface="+mn-cs"/>
        </a:defRPr>
      </a:lvl7pPr>
      <a:lvl8pPr marL="5372214" indent="-358148" algn="l" defTabSz="1432590" rtl="0" eaLnBrk="1" latinLnBrk="0" hangingPunct="1">
        <a:spcBef>
          <a:spcPct val="20000"/>
        </a:spcBef>
        <a:buFont typeface="Arial" pitchFamily="34" charset="0"/>
        <a:buChar char="•"/>
        <a:defRPr sz="3133" kern="1200">
          <a:solidFill>
            <a:schemeClr val="tx1"/>
          </a:solidFill>
          <a:latin typeface="+mn-lt"/>
          <a:ea typeface="+mn-ea"/>
          <a:cs typeface="+mn-cs"/>
        </a:defRPr>
      </a:lvl8pPr>
      <a:lvl9pPr marL="6088510" indent="-358148" algn="l" defTabSz="1432590" rtl="0" eaLnBrk="1" latinLnBrk="0" hangingPunct="1">
        <a:spcBef>
          <a:spcPct val="20000"/>
        </a:spcBef>
        <a:buFont typeface="Arial" pitchFamily="34" charset="0"/>
        <a:buChar char="•"/>
        <a:defRPr sz="31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432590" rtl="0" eaLnBrk="1" latinLnBrk="0" hangingPunct="1">
        <a:defRPr sz="2820" kern="1200">
          <a:solidFill>
            <a:schemeClr val="tx1"/>
          </a:solidFill>
          <a:latin typeface="+mn-lt"/>
          <a:ea typeface="+mn-ea"/>
          <a:cs typeface="+mn-cs"/>
        </a:defRPr>
      </a:lvl1pPr>
      <a:lvl2pPr marL="716295" algn="l" defTabSz="1432590" rtl="0" eaLnBrk="1" latinLnBrk="0" hangingPunct="1">
        <a:defRPr sz="2820" kern="1200">
          <a:solidFill>
            <a:schemeClr val="tx1"/>
          </a:solidFill>
          <a:latin typeface="+mn-lt"/>
          <a:ea typeface="+mn-ea"/>
          <a:cs typeface="+mn-cs"/>
        </a:defRPr>
      </a:lvl2pPr>
      <a:lvl3pPr marL="1432590" algn="l" defTabSz="1432590" rtl="0" eaLnBrk="1" latinLnBrk="0" hangingPunct="1">
        <a:defRPr sz="2820" kern="1200">
          <a:solidFill>
            <a:schemeClr val="tx1"/>
          </a:solidFill>
          <a:latin typeface="+mn-lt"/>
          <a:ea typeface="+mn-ea"/>
          <a:cs typeface="+mn-cs"/>
        </a:defRPr>
      </a:lvl3pPr>
      <a:lvl4pPr marL="2148886" algn="l" defTabSz="1432590" rtl="0" eaLnBrk="1" latinLnBrk="0" hangingPunct="1">
        <a:defRPr sz="2820" kern="1200">
          <a:solidFill>
            <a:schemeClr val="tx1"/>
          </a:solidFill>
          <a:latin typeface="+mn-lt"/>
          <a:ea typeface="+mn-ea"/>
          <a:cs typeface="+mn-cs"/>
        </a:defRPr>
      </a:lvl4pPr>
      <a:lvl5pPr marL="2865181" algn="l" defTabSz="1432590" rtl="0" eaLnBrk="1" latinLnBrk="0" hangingPunct="1">
        <a:defRPr sz="2820" kern="1200">
          <a:solidFill>
            <a:schemeClr val="tx1"/>
          </a:solidFill>
          <a:latin typeface="+mn-lt"/>
          <a:ea typeface="+mn-ea"/>
          <a:cs typeface="+mn-cs"/>
        </a:defRPr>
      </a:lvl5pPr>
      <a:lvl6pPr marL="3581476" algn="l" defTabSz="1432590" rtl="0" eaLnBrk="1" latinLnBrk="0" hangingPunct="1">
        <a:defRPr sz="2820" kern="1200">
          <a:solidFill>
            <a:schemeClr val="tx1"/>
          </a:solidFill>
          <a:latin typeface="+mn-lt"/>
          <a:ea typeface="+mn-ea"/>
          <a:cs typeface="+mn-cs"/>
        </a:defRPr>
      </a:lvl6pPr>
      <a:lvl7pPr marL="4297771" algn="l" defTabSz="1432590" rtl="0" eaLnBrk="1" latinLnBrk="0" hangingPunct="1">
        <a:defRPr sz="2820" kern="1200">
          <a:solidFill>
            <a:schemeClr val="tx1"/>
          </a:solidFill>
          <a:latin typeface="+mn-lt"/>
          <a:ea typeface="+mn-ea"/>
          <a:cs typeface="+mn-cs"/>
        </a:defRPr>
      </a:lvl7pPr>
      <a:lvl8pPr marL="5014067" algn="l" defTabSz="1432590" rtl="0" eaLnBrk="1" latinLnBrk="0" hangingPunct="1">
        <a:defRPr sz="2820" kern="1200">
          <a:solidFill>
            <a:schemeClr val="tx1"/>
          </a:solidFill>
          <a:latin typeface="+mn-lt"/>
          <a:ea typeface="+mn-ea"/>
          <a:cs typeface="+mn-cs"/>
        </a:defRPr>
      </a:lvl8pPr>
      <a:lvl9pPr marL="5730362" algn="l" defTabSz="1432590" rtl="0" eaLnBrk="1" latinLnBrk="0" hangingPunct="1">
        <a:defRPr sz="28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e 66"/>
          <p:cNvGrpSpPr/>
          <p:nvPr/>
        </p:nvGrpSpPr>
        <p:grpSpPr>
          <a:xfrm>
            <a:off x="250361" y="15133"/>
            <a:ext cx="5000473" cy="3292373"/>
            <a:chOff x="2231739" y="1610795"/>
            <a:chExt cx="5000473" cy="3292373"/>
          </a:xfrm>
        </p:grpSpPr>
        <p:sp>
          <p:nvSpPr>
            <p:cNvPr id="68" name="Organigramme : Document 67"/>
            <p:cNvSpPr/>
            <p:nvPr/>
          </p:nvSpPr>
          <p:spPr>
            <a:xfrm>
              <a:off x="5004048" y="2246155"/>
              <a:ext cx="1106424" cy="612648"/>
            </a:xfrm>
            <a:prstGeom prst="flowChartDocument">
              <a:avLst/>
            </a:prstGeom>
            <a:solidFill>
              <a:srgbClr val="9966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chemeClr val="bg1"/>
                  </a:solidFill>
                </a:rPr>
                <a:t>Code from Generated Model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cxnSp>
          <p:nvCxnSpPr>
            <p:cNvPr id="69" name="Connecteur droit avec flèche 68"/>
            <p:cNvCxnSpPr>
              <a:stCxn id="70" idx="3"/>
              <a:endCxn id="68" idx="1"/>
            </p:cNvCxnSpPr>
            <p:nvPr/>
          </p:nvCxnSpPr>
          <p:spPr>
            <a:xfrm>
              <a:off x="3340247" y="2552479"/>
              <a:ext cx="166380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rganigramme : Document 69"/>
            <p:cNvSpPr/>
            <p:nvPr/>
          </p:nvSpPr>
          <p:spPr>
            <a:xfrm>
              <a:off x="2231740" y="2246155"/>
              <a:ext cx="1108507" cy="612648"/>
            </a:xfrm>
            <a:prstGeom prst="flowChartDocument">
              <a:avLst/>
            </a:prstGeom>
            <a:solidFill>
              <a:srgbClr val="9999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Generated Model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71" name="Connecteur droit avec flèche 70"/>
            <p:cNvCxnSpPr>
              <a:endCxn id="70" idx="0"/>
            </p:cNvCxnSpPr>
            <p:nvPr/>
          </p:nvCxnSpPr>
          <p:spPr>
            <a:xfrm>
              <a:off x="2785993" y="1742099"/>
              <a:ext cx="1" cy="5040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Ellipse 71"/>
            <p:cNvSpPr/>
            <p:nvPr/>
          </p:nvSpPr>
          <p:spPr>
            <a:xfrm>
              <a:off x="2849691" y="1755427"/>
              <a:ext cx="253769" cy="253769"/>
            </a:xfrm>
            <a:prstGeom prst="ellipse">
              <a:avLst/>
            </a:prstGeom>
            <a:solidFill>
              <a:srgbClr val="9933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73" name="ZoneTexte 72"/>
            <p:cNvSpPr txBox="1"/>
            <p:nvPr/>
          </p:nvSpPr>
          <p:spPr>
            <a:xfrm>
              <a:off x="3088050" y="1610795"/>
              <a:ext cx="1520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Randomly Generate Model</a:t>
              </a:r>
            </a:p>
          </p:txBody>
        </p:sp>
        <p:sp>
          <p:nvSpPr>
            <p:cNvPr id="74" name="Organigramme : Document 73"/>
            <p:cNvSpPr/>
            <p:nvPr/>
          </p:nvSpPr>
          <p:spPr>
            <a:xfrm>
              <a:off x="2231739" y="3375828"/>
              <a:ext cx="1108507" cy="612648"/>
            </a:xfrm>
            <a:prstGeom prst="flowChartDocument">
              <a:avLst/>
            </a:prstGeom>
            <a:solidFill>
              <a:srgbClr val="9999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chemeClr val="bg1"/>
                  </a:solidFill>
                </a:rPr>
                <a:t>Model </a:t>
              </a:r>
              <a:r>
                <a:rPr lang="en-US" sz="1100" smtClean="0">
                  <a:solidFill>
                    <a:schemeClr val="bg1"/>
                  </a:solidFill>
                </a:rPr>
                <a:t>from Edited Code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grpSp>
          <p:nvGrpSpPr>
            <p:cNvPr id="75" name="Groupe 74"/>
            <p:cNvGrpSpPr/>
            <p:nvPr/>
          </p:nvGrpSpPr>
          <p:grpSpPr>
            <a:xfrm>
              <a:off x="5256910" y="2928059"/>
              <a:ext cx="1279569" cy="307777"/>
              <a:chOff x="2116464" y="2579766"/>
              <a:chExt cx="1279569" cy="307777"/>
            </a:xfrm>
          </p:grpSpPr>
          <p:sp>
            <p:nvSpPr>
              <p:cNvPr id="102" name="Ellipse 101"/>
              <p:cNvSpPr/>
              <p:nvPr/>
            </p:nvSpPr>
            <p:spPr>
              <a:xfrm>
                <a:off x="2116464" y="2622345"/>
                <a:ext cx="253769" cy="253769"/>
              </a:xfrm>
              <a:prstGeom prst="ellipse">
                <a:avLst/>
              </a:prstGeom>
              <a:solidFill>
                <a:srgbClr val="9933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3</a:t>
                </a:r>
                <a:endParaRPr lang="en-US" sz="1400" dirty="0"/>
              </a:p>
            </p:txBody>
          </p:sp>
          <p:sp>
            <p:nvSpPr>
              <p:cNvPr id="103" name="ZoneTexte 102"/>
              <p:cNvSpPr txBox="1"/>
              <p:nvPr/>
            </p:nvSpPr>
            <p:spPr>
              <a:xfrm>
                <a:off x="2363003" y="2579766"/>
                <a:ext cx="10330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Edit Code</a:t>
                </a:r>
              </a:p>
            </p:txBody>
          </p:sp>
        </p:grpSp>
        <p:sp>
          <p:nvSpPr>
            <p:cNvPr id="76" name="Organigramme : Document 75"/>
            <p:cNvSpPr/>
            <p:nvPr/>
          </p:nvSpPr>
          <p:spPr>
            <a:xfrm>
              <a:off x="5004048" y="3373688"/>
              <a:ext cx="1106424" cy="612648"/>
            </a:xfrm>
            <a:prstGeom prst="flowChartDocument">
              <a:avLst/>
            </a:prstGeom>
            <a:solidFill>
              <a:srgbClr val="9966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Edited Code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77" name="Connecteur droit avec flèche 76"/>
            <p:cNvCxnSpPr>
              <a:stCxn id="74" idx="3"/>
              <a:endCxn id="76" idx="1"/>
            </p:cNvCxnSpPr>
            <p:nvPr/>
          </p:nvCxnSpPr>
          <p:spPr>
            <a:xfrm flipV="1">
              <a:off x="3340246" y="3680012"/>
              <a:ext cx="1663802" cy="214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e 77"/>
            <p:cNvGrpSpPr/>
            <p:nvPr/>
          </p:nvGrpSpPr>
          <p:grpSpPr>
            <a:xfrm>
              <a:off x="3563888" y="3416701"/>
              <a:ext cx="1518810" cy="523220"/>
              <a:chOff x="2116464" y="3073249"/>
              <a:chExt cx="1518810" cy="523220"/>
            </a:xfrm>
          </p:grpSpPr>
          <p:sp>
            <p:nvSpPr>
              <p:cNvPr id="100" name="Ellipse 99"/>
              <p:cNvSpPr/>
              <p:nvPr/>
            </p:nvSpPr>
            <p:spPr>
              <a:xfrm>
                <a:off x="2116464" y="3217881"/>
                <a:ext cx="253769" cy="253769"/>
              </a:xfrm>
              <a:prstGeom prst="ellipse">
                <a:avLst/>
              </a:prstGeom>
              <a:solidFill>
                <a:srgbClr val="9933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5</a:t>
                </a:r>
              </a:p>
            </p:txBody>
          </p:sp>
          <p:sp>
            <p:nvSpPr>
              <p:cNvPr id="101" name="ZoneTexte 100"/>
              <p:cNvSpPr txBox="1"/>
              <p:nvPr/>
            </p:nvSpPr>
            <p:spPr>
              <a:xfrm>
                <a:off x="2354823" y="3073249"/>
                <a:ext cx="12804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Reverse Code (Batch)</a:t>
                </a:r>
              </a:p>
            </p:txBody>
          </p:sp>
        </p:grpSp>
        <p:grpSp>
          <p:nvGrpSpPr>
            <p:cNvPr id="79" name="Groupe 78"/>
            <p:cNvGrpSpPr/>
            <p:nvPr/>
          </p:nvGrpSpPr>
          <p:grpSpPr>
            <a:xfrm>
              <a:off x="3464515" y="2270618"/>
              <a:ext cx="1518810" cy="523220"/>
              <a:chOff x="2091496" y="1927166"/>
              <a:chExt cx="1518810" cy="523220"/>
            </a:xfrm>
          </p:grpSpPr>
          <p:sp>
            <p:nvSpPr>
              <p:cNvPr id="98" name="Ellipse 97"/>
              <p:cNvSpPr/>
              <p:nvPr/>
            </p:nvSpPr>
            <p:spPr>
              <a:xfrm>
                <a:off x="2091496" y="2071798"/>
                <a:ext cx="253769" cy="253769"/>
              </a:xfrm>
              <a:prstGeom prst="ellipse">
                <a:avLst/>
              </a:prstGeom>
              <a:solidFill>
                <a:srgbClr val="9933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  <p:sp>
            <p:nvSpPr>
              <p:cNvPr id="99" name="ZoneTexte 98"/>
              <p:cNvSpPr txBox="1"/>
              <p:nvPr/>
            </p:nvSpPr>
            <p:spPr>
              <a:xfrm>
                <a:off x="2329855" y="1927166"/>
                <a:ext cx="12804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Generate Code</a:t>
                </a:r>
                <a:r>
                  <a:rPr lang="en-US" sz="1400" dirty="0"/>
                  <a:t> </a:t>
                </a:r>
                <a:r>
                  <a:rPr lang="en-US" sz="1400" dirty="0" smtClean="0"/>
                  <a:t>(Batch)</a:t>
                </a:r>
              </a:p>
            </p:txBody>
          </p:sp>
        </p:grpSp>
        <p:cxnSp>
          <p:nvCxnSpPr>
            <p:cNvPr id="80" name="Connecteur en angle 79"/>
            <p:cNvCxnSpPr>
              <a:stCxn id="76" idx="3"/>
              <a:endCxn id="85" idx="3"/>
            </p:cNvCxnSpPr>
            <p:nvPr/>
          </p:nvCxnSpPr>
          <p:spPr>
            <a:xfrm>
              <a:off x="6110472" y="3680012"/>
              <a:ext cx="12700" cy="916832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accent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1" name="Groupe 80"/>
            <p:cNvGrpSpPr/>
            <p:nvPr/>
          </p:nvGrpSpPr>
          <p:grpSpPr>
            <a:xfrm>
              <a:off x="6041676" y="3817176"/>
              <a:ext cx="1190536" cy="523220"/>
              <a:chOff x="2091496" y="1927166"/>
              <a:chExt cx="1190536" cy="523220"/>
            </a:xfrm>
          </p:grpSpPr>
          <p:sp>
            <p:nvSpPr>
              <p:cNvPr id="96" name="Ellipse 95"/>
              <p:cNvSpPr/>
              <p:nvPr/>
            </p:nvSpPr>
            <p:spPr>
              <a:xfrm>
                <a:off x="2091496" y="2071798"/>
                <a:ext cx="253769" cy="253769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8</a:t>
                </a:r>
                <a:endParaRPr lang="en-US" sz="1400" dirty="0"/>
              </a:p>
            </p:txBody>
          </p:sp>
          <p:sp>
            <p:nvSpPr>
              <p:cNvPr id="97" name="ZoneTexte 96"/>
              <p:cNvSpPr txBox="1"/>
              <p:nvPr/>
            </p:nvSpPr>
            <p:spPr>
              <a:xfrm>
                <a:off x="2329855" y="1927166"/>
                <a:ext cx="9521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solidFill>
                      <a:schemeClr val="accent1"/>
                    </a:solidFill>
                  </a:rPr>
                  <a:t>Compare Code</a:t>
                </a:r>
              </a:p>
            </p:txBody>
          </p:sp>
        </p:grpSp>
        <p:cxnSp>
          <p:nvCxnSpPr>
            <p:cNvPr id="82" name="Connecteur droit avec flèche 81"/>
            <p:cNvCxnSpPr>
              <a:stCxn id="68" idx="2"/>
              <a:endCxn id="76" idx="0"/>
            </p:cNvCxnSpPr>
            <p:nvPr/>
          </p:nvCxnSpPr>
          <p:spPr>
            <a:xfrm>
              <a:off x="5557260" y="2818300"/>
              <a:ext cx="0" cy="55538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eur droit avec flèche 82"/>
            <p:cNvCxnSpPr/>
            <p:nvPr/>
          </p:nvCxnSpPr>
          <p:spPr>
            <a:xfrm flipH="1" flipV="1">
              <a:off x="3316504" y="2725288"/>
              <a:ext cx="1683951" cy="6484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e 83"/>
            <p:cNvGrpSpPr/>
            <p:nvPr/>
          </p:nvGrpSpPr>
          <p:grpSpPr>
            <a:xfrm>
              <a:off x="3674169" y="2808738"/>
              <a:ext cx="1518810" cy="523220"/>
              <a:chOff x="2116464" y="3073249"/>
              <a:chExt cx="1518810" cy="523220"/>
            </a:xfrm>
          </p:grpSpPr>
          <p:sp>
            <p:nvSpPr>
              <p:cNvPr id="94" name="Ellipse 93"/>
              <p:cNvSpPr/>
              <p:nvPr/>
            </p:nvSpPr>
            <p:spPr>
              <a:xfrm>
                <a:off x="2116464" y="3217881"/>
                <a:ext cx="253769" cy="253769"/>
              </a:xfrm>
              <a:prstGeom prst="ellipse">
                <a:avLst/>
              </a:prstGeom>
              <a:solidFill>
                <a:srgbClr val="9933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4</a:t>
                </a:r>
                <a:endParaRPr lang="en-US" sz="1400" dirty="0"/>
              </a:p>
            </p:txBody>
          </p:sp>
          <p:sp>
            <p:nvSpPr>
              <p:cNvPr id="95" name="ZoneTexte 94"/>
              <p:cNvSpPr txBox="1"/>
              <p:nvPr/>
            </p:nvSpPr>
            <p:spPr>
              <a:xfrm>
                <a:off x="2354823" y="3073249"/>
                <a:ext cx="12804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Reverse Code (Inc.)</a:t>
                </a:r>
              </a:p>
            </p:txBody>
          </p:sp>
        </p:grpSp>
        <p:sp>
          <p:nvSpPr>
            <p:cNvPr id="85" name="Organigramme : Document 84"/>
            <p:cNvSpPr/>
            <p:nvPr/>
          </p:nvSpPr>
          <p:spPr>
            <a:xfrm>
              <a:off x="5004048" y="4290520"/>
              <a:ext cx="1106424" cy="612648"/>
            </a:xfrm>
            <a:prstGeom prst="flowChartDocument">
              <a:avLst/>
            </a:prstGeom>
            <a:solidFill>
              <a:srgbClr val="9966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>
                  <a:solidFill>
                    <a:schemeClr val="bg1"/>
                  </a:solidFill>
                </a:rPr>
                <a:t>Code from Updated Model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cxnSp>
          <p:nvCxnSpPr>
            <p:cNvPr id="86" name="Connecteur en angle 85"/>
            <p:cNvCxnSpPr>
              <a:stCxn id="70" idx="1"/>
              <a:endCxn id="85" idx="1"/>
            </p:cNvCxnSpPr>
            <p:nvPr/>
          </p:nvCxnSpPr>
          <p:spPr>
            <a:xfrm rot="10800000" flipH="1" flipV="1">
              <a:off x="2231740" y="2552478"/>
              <a:ext cx="2772308" cy="2044365"/>
            </a:xfrm>
            <a:prstGeom prst="bentConnector3">
              <a:avLst>
                <a:gd name="adj1" fmla="val -5963"/>
              </a:avLst>
            </a:prstGeom>
            <a:ln w="127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Groupe 86"/>
            <p:cNvGrpSpPr/>
            <p:nvPr/>
          </p:nvGrpSpPr>
          <p:grpSpPr>
            <a:xfrm>
              <a:off x="2627784" y="4334222"/>
              <a:ext cx="1518810" cy="523220"/>
              <a:chOff x="2091496" y="1927166"/>
              <a:chExt cx="1518810" cy="523220"/>
            </a:xfrm>
          </p:grpSpPr>
          <p:sp>
            <p:nvSpPr>
              <p:cNvPr id="92" name="Ellipse 91"/>
              <p:cNvSpPr/>
              <p:nvPr/>
            </p:nvSpPr>
            <p:spPr>
              <a:xfrm>
                <a:off x="2091496" y="2071798"/>
                <a:ext cx="253769" cy="253769"/>
              </a:xfrm>
              <a:prstGeom prst="ellipse">
                <a:avLst/>
              </a:prstGeom>
              <a:solidFill>
                <a:srgbClr val="9933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7</a:t>
                </a:r>
              </a:p>
            </p:txBody>
          </p:sp>
          <p:sp>
            <p:nvSpPr>
              <p:cNvPr id="93" name="ZoneTexte 92"/>
              <p:cNvSpPr txBox="1"/>
              <p:nvPr/>
            </p:nvSpPr>
            <p:spPr>
              <a:xfrm>
                <a:off x="2329855" y="1927166"/>
                <a:ext cx="12804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Generate Code</a:t>
                </a:r>
                <a:r>
                  <a:rPr lang="en-US" sz="1400" dirty="0"/>
                  <a:t> </a:t>
                </a:r>
                <a:r>
                  <a:rPr lang="en-US" sz="1400" dirty="0" smtClean="0"/>
                  <a:t>(Batch)</a:t>
                </a:r>
              </a:p>
            </p:txBody>
          </p:sp>
        </p:grpSp>
        <p:cxnSp>
          <p:nvCxnSpPr>
            <p:cNvPr id="88" name="Connecteur droit avec flèche 87"/>
            <p:cNvCxnSpPr>
              <a:stCxn id="70" idx="2"/>
              <a:endCxn id="74" idx="0"/>
            </p:cNvCxnSpPr>
            <p:nvPr/>
          </p:nvCxnSpPr>
          <p:spPr>
            <a:xfrm flipH="1">
              <a:off x="2785993" y="2818300"/>
              <a:ext cx="1" cy="557528"/>
            </a:xfrm>
            <a:prstGeom prst="straightConnector1">
              <a:avLst/>
            </a:prstGeom>
            <a:ln w="12700">
              <a:solidFill>
                <a:schemeClr val="accent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Groupe 88"/>
            <p:cNvGrpSpPr/>
            <p:nvPr/>
          </p:nvGrpSpPr>
          <p:grpSpPr>
            <a:xfrm>
              <a:off x="2492782" y="2822866"/>
              <a:ext cx="1190536" cy="523220"/>
              <a:chOff x="2091496" y="1927166"/>
              <a:chExt cx="1190536" cy="523220"/>
            </a:xfrm>
          </p:grpSpPr>
          <p:sp>
            <p:nvSpPr>
              <p:cNvPr id="90" name="Ellipse 89"/>
              <p:cNvSpPr/>
              <p:nvPr/>
            </p:nvSpPr>
            <p:spPr>
              <a:xfrm>
                <a:off x="2091496" y="2071798"/>
                <a:ext cx="253769" cy="253769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6</a:t>
                </a:r>
              </a:p>
            </p:txBody>
          </p:sp>
          <p:sp>
            <p:nvSpPr>
              <p:cNvPr id="91" name="ZoneTexte 90"/>
              <p:cNvSpPr txBox="1"/>
              <p:nvPr/>
            </p:nvSpPr>
            <p:spPr>
              <a:xfrm>
                <a:off x="2329855" y="1927166"/>
                <a:ext cx="9521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solidFill>
                      <a:schemeClr val="accent1"/>
                    </a:solidFill>
                  </a:rPr>
                  <a:t>Compare Model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226259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A_Tech_List">
  <a:themeElements>
    <a:clrScheme name="CEA Tech">
      <a:dk1>
        <a:sysClr val="windowText" lastClr="000000"/>
      </a:dk1>
      <a:lt1>
        <a:sysClr val="window" lastClr="FFFFFF"/>
      </a:lt1>
      <a:dk2>
        <a:srgbClr val="E60019"/>
      </a:dk2>
      <a:lt2>
        <a:srgbClr val="FFFFFF"/>
      </a:lt2>
      <a:accent1>
        <a:srgbClr val="E60019"/>
      </a:accent1>
      <a:accent2>
        <a:srgbClr val="91C30A"/>
      </a:accent2>
      <a:accent3>
        <a:srgbClr val="87000A"/>
      </a:accent3>
      <a:accent4>
        <a:srgbClr val="0A6E28"/>
      </a:accent4>
      <a:accent5>
        <a:srgbClr val="5F5F5F"/>
      </a:accent5>
      <a:accent6>
        <a:srgbClr val="5F5F5F"/>
      </a:accent6>
      <a:hlink>
        <a:srgbClr val="91C30A"/>
      </a:hlink>
      <a:folHlink>
        <a:srgbClr val="0A6E28"/>
      </a:folHlink>
    </a:clrScheme>
    <a:fontScheme name="CE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CEA_Tech_List</Template>
  <TotalTime>10821</TotalTime>
  <Words>54</Words>
  <Application>Microsoft Office PowerPoint</Application>
  <PresentationFormat>Personnalisé</PresentationFormat>
  <Paragraphs>22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CEA_Tech_List</vt:lpstr>
      <vt:lpstr>Présentation PowerPoint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Papyrus Model-Code Synchronization: Tooling Proposition and Tasks Status</dc:title>
  <dc:creator>shuai.li@cea.fr</dc:creator>
  <cp:lastModifiedBy>LI Shuai</cp:lastModifiedBy>
  <cp:revision>3807</cp:revision>
  <dcterms:created xsi:type="dcterms:W3CDTF">2013-02-01T10:51:35Z</dcterms:created>
  <dcterms:modified xsi:type="dcterms:W3CDTF">2016-04-29T13:15:38Z</dcterms:modified>
</cp:coreProperties>
</file>