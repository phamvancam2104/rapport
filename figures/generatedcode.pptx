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763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74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295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37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75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25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03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606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693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40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63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E04F2-25C7-4C54-8AAB-7CFC61091A8E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5265F-B774-40BF-AEC9-59D9CBEFC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08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e 26"/>
          <p:cNvGrpSpPr/>
          <p:nvPr/>
        </p:nvGrpSpPr>
        <p:grpSpPr>
          <a:xfrm>
            <a:off x="5536059" y="1254530"/>
            <a:ext cx="6263076" cy="4278094"/>
            <a:chOff x="5536059" y="1254530"/>
            <a:chExt cx="6263076" cy="4278094"/>
          </a:xfrm>
        </p:grpSpPr>
        <p:grpSp>
          <p:nvGrpSpPr>
            <p:cNvPr id="25" name="Groupe 24"/>
            <p:cNvGrpSpPr/>
            <p:nvPr/>
          </p:nvGrpSpPr>
          <p:grpSpPr>
            <a:xfrm>
              <a:off x="5536059" y="1254530"/>
              <a:ext cx="6263076" cy="4278094"/>
              <a:chOff x="5536059" y="1254530"/>
              <a:chExt cx="6263076" cy="4278094"/>
            </a:xfrm>
          </p:grpSpPr>
          <p:grpSp>
            <p:nvGrpSpPr>
              <p:cNvPr id="5" name="Groupe 4"/>
              <p:cNvGrpSpPr/>
              <p:nvPr/>
            </p:nvGrpSpPr>
            <p:grpSpPr>
              <a:xfrm>
                <a:off x="5536059" y="1254530"/>
                <a:ext cx="6263076" cy="4278094"/>
                <a:chOff x="5536059" y="1238054"/>
                <a:chExt cx="6263076" cy="4278094"/>
              </a:xfrm>
            </p:grpSpPr>
            <p:sp>
              <p:nvSpPr>
                <p:cNvPr id="6" name="ZoneTexte 5"/>
                <p:cNvSpPr txBox="1"/>
                <p:nvPr/>
              </p:nvSpPr>
              <p:spPr>
                <a:xfrm>
                  <a:off x="5536059" y="1540482"/>
                  <a:ext cx="2743059" cy="3662541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systemState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EVENT_PROCESSING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if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]==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S111_ID</a:t>
                  </a: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&amp;&amp;(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currentEvent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-&gt;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tateId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)){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xit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STATE_MAX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xit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STATE_MAX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if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guard1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xit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activeStateID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S3_ID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ntry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S3_ID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}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else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xit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activeStateID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ntry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8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unsigned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0" smtClean="0">
                      <a:solidFill>
                        <a:srgbClr val="8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int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loc_ActiveId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if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previousStates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</a:t>
                  </a:r>
                </a:p>
                <a:p>
                  <a:r>
                    <a:rPr lang="fr-FR" sz="800" b="1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	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!=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STATE_MAX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loc_ActiveId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</a:p>
                <a:p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    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previousStates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}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else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loc_ActiveId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S21_ID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}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loc_ActiveId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ntry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loc_ActiveId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}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systemState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EVENT_CONSUMED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}</a:t>
                  </a:r>
                  <a:endParaRPr lang="fr-FR" sz="800"/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9056076" y="1238054"/>
                  <a:ext cx="2743059" cy="427809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systemState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EVENT_PROCESSING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if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]==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S111_ID</a:t>
                  </a: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&amp;&amp;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currentEvent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-&gt;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))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Exit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STATE_MAX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Exit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STATE_MAX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if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guard1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Exit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activeStateID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STATE_MAX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}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else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Exit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activeStateID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Entry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8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unsigned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0" smtClean="0">
                      <a:solidFill>
                        <a:srgbClr val="8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int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S2_Region1_dh1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if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previousStates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</a:t>
                  </a:r>
                  <a:endParaRPr lang="fr-FR" sz="80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	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!=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STATE_MAX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S2_Region1_dh1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</a:p>
                <a:p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 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previousStates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Entry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S2_Region1_dh1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if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S2_Region1_dh1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8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  unsigned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0" smtClean="0">
                      <a:solidFill>
                        <a:srgbClr val="8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int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S21_Region1_dh1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</a:p>
                <a:p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  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previousStates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 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Entry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S21_Region1_dh1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}</a:t>
                  </a:r>
                </a:p>
                <a:p>
                  <a:r>
                    <a:rPr lang="fr-FR" sz="800" b="1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}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FF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else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{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S21_ID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Entry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states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].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actives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[</a:t>
                  </a:r>
                  <a:r>
                    <a:rPr lang="fr-FR" sz="800" b="0" smtClean="0">
                      <a:solidFill>
                        <a:srgbClr val="FF8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0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]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S211_ID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  Entry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(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S211_ID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);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  }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}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 systemState 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=</a:t>
                  </a:r>
                  <a:r>
                    <a:rPr lang="fr-FR" sz="800" b="0" smtClean="0">
                      <a:solidFill>
                        <a:srgbClr val="00000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 EVENT_CONSUMED</a:t>
                  </a:r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;</a:t>
                  </a:r>
                  <a:endParaRPr lang="fr-FR" sz="800" b="0" smtClean="0">
                    <a:solidFill>
                      <a:srgbClr val="000000"/>
                    </a:solidFill>
                    <a:highlight>
                      <a:srgbClr val="FFFFFF"/>
                    </a:highlight>
                    <a:latin typeface="Courier New" panose="02070309020205020404" pitchFamily="49" charset="0"/>
                  </a:endParaRPr>
                </a:p>
                <a:p>
                  <a:r>
                    <a:rPr lang="fr-FR" sz="800" b="1" smtClean="0">
                      <a:solidFill>
                        <a:srgbClr val="000080"/>
                      </a:solidFill>
                      <a:highlight>
                        <a:srgbClr val="FFFFFF"/>
                      </a:highlight>
                      <a:latin typeface="Courier New" panose="02070309020205020404" pitchFamily="49" charset="0"/>
                    </a:rPr>
                    <a:t>}</a:t>
                  </a:r>
                  <a:endParaRPr lang="fr-FR" sz="800"/>
                </a:p>
              </p:txBody>
            </p:sp>
          </p:grpSp>
          <p:cxnSp>
            <p:nvCxnSpPr>
              <p:cNvPr id="21" name="Connecteur droit avec flèche 20"/>
              <p:cNvCxnSpPr>
                <a:stCxn id="6" idx="3"/>
                <a:endCxn id="13" idx="1"/>
              </p:cNvCxnSpPr>
              <p:nvPr/>
            </p:nvCxnSpPr>
            <p:spPr>
              <a:xfrm>
                <a:off x="8279118" y="3388229"/>
                <a:ext cx="776958" cy="53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ZoneTexte 25"/>
            <p:cNvSpPr txBox="1"/>
            <p:nvPr/>
          </p:nvSpPr>
          <p:spPr>
            <a:xfrm>
              <a:off x="8286506" y="3111229"/>
              <a:ext cx="769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smtClean="0"/>
                <a:t>Evolution</a:t>
              </a:r>
              <a:endParaRPr lang="fr-FR" sz="1200"/>
            </a:p>
          </p:txBody>
        </p:sp>
      </p:grpSp>
      <p:grpSp>
        <p:nvGrpSpPr>
          <p:cNvPr id="19" name="Groupe 18"/>
          <p:cNvGrpSpPr/>
          <p:nvPr/>
        </p:nvGrpSpPr>
        <p:grpSpPr>
          <a:xfrm>
            <a:off x="674809" y="1368781"/>
            <a:ext cx="4570400" cy="4065120"/>
            <a:chOff x="985377" y="1368781"/>
            <a:chExt cx="4570400" cy="4065120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5377" y="3734006"/>
              <a:ext cx="4561256" cy="1699895"/>
            </a:xfrm>
            <a:prstGeom prst="rect">
              <a:avLst/>
            </a:prstGeom>
          </p:spPr>
        </p:pic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2016" y="1368781"/>
              <a:ext cx="4553761" cy="1653853"/>
            </a:xfrm>
            <a:prstGeom prst="rect">
              <a:avLst/>
            </a:prstGeom>
          </p:spPr>
        </p:pic>
        <p:cxnSp>
          <p:nvCxnSpPr>
            <p:cNvPr id="17" name="Connecteur droit avec flèche 16"/>
            <p:cNvCxnSpPr>
              <a:stCxn id="4" idx="2"/>
              <a:endCxn id="3" idx="0"/>
            </p:cNvCxnSpPr>
            <p:nvPr/>
          </p:nvCxnSpPr>
          <p:spPr>
            <a:xfrm flipH="1">
              <a:off x="3266005" y="3022634"/>
              <a:ext cx="12892" cy="7113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ZoneTexte 17"/>
            <p:cNvSpPr txBox="1"/>
            <p:nvPr/>
          </p:nvSpPr>
          <p:spPr>
            <a:xfrm>
              <a:off x="3247717" y="3198220"/>
              <a:ext cx="769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smtClean="0"/>
                <a:t>Evolution</a:t>
              </a:r>
              <a:endParaRPr lang="fr-FR" sz="1200"/>
            </a:p>
          </p:txBody>
        </p:sp>
      </p:grpSp>
      <p:sp>
        <p:nvSpPr>
          <p:cNvPr id="30" name="Ellipse 29"/>
          <p:cNvSpPr/>
          <p:nvPr/>
        </p:nvSpPr>
        <p:spPr>
          <a:xfrm>
            <a:off x="786381" y="2715767"/>
            <a:ext cx="538551" cy="1770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smtClean="0"/>
              <a:t>m1</a:t>
            </a:r>
            <a:endParaRPr lang="fr-FR" sz="1000"/>
          </a:p>
        </p:txBody>
      </p:sp>
      <p:sp>
        <p:nvSpPr>
          <p:cNvPr id="31" name="Ellipse 30"/>
          <p:cNvSpPr/>
          <p:nvPr/>
        </p:nvSpPr>
        <p:spPr>
          <a:xfrm>
            <a:off x="768093" y="5123835"/>
            <a:ext cx="538551" cy="1770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smtClean="0"/>
              <a:t>m2</a:t>
            </a:r>
            <a:endParaRPr lang="fr-FR" sz="1000"/>
          </a:p>
        </p:txBody>
      </p:sp>
      <p:sp>
        <p:nvSpPr>
          <p:cNvPr id="32" name="Ellipse 31"/>
          <p:cNvSpPr/>
          <p:nvPr/>
        </p:nvSpPr>
        <p:spPr>
          <a:xfrm>
            <a:off x="7662535" y="5003570"/>
            <a:ext cx="538551" cy="1770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c</a:t>
            </a:r>
            <a:r>
              <a:rPr lang="en-US" sz="1000" smtClean="0"/>
              <a:t>1</a:t>
            </a:r>
            <a:endParaRPr lang="fr-FR" sz="1000"/>
          </a:p>
        </p:txBody>
      </p:sp>
      <p:sp>
        <p:nvSpPr>
          <p:cNvPr id="33" name="Ellipse 32"/>
          <p:cNvSpPr/>
          <p:nvPr/>
        </p:nvSpPr>
        <p:spPr>
          <a:xfrm>
            <a:off x="11161775" y="5315446"/>
            <a:ext cx="538551" cy="1770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smtClean="0"/>
              <a:t>c2</a:t>
            </a:r>
            <a:endParaRPr lang="fr-FR" sz="1000"/>
          </a:p>
        </p:txBody>
      </p:sp>
    </p:spTree>
    <p:extLst>
      <p:ext uri="{BB962C8B-B14F-4D97-AF65-F5344CB8AC3E}">
        <p14:creationId xmlns:p14="http://schemas.microsoft.com/office/powerpoint/2010/main" val="1444792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181</Words>
  <Application>Microsoft Office PowerPoint</Application>
  <PresentationFormat>Grand écran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13</cp:revision>
  <dcterms:created xsi:type="dcterms:W3CDTF">2016-07-27T16:02:48Z</dcterms:created>
  <dcterms:modified xsi:type="dcterms:W3CDTF">2016-08-02T08:39:19Z</dcterms:modified>
</cp:coreProperties>
</file>