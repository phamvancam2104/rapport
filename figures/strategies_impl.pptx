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15" r:id="rId2"/>
  </p:sldIdLst>
  <p:sldSz cx="7215188" cy="4664075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469">
          <p15:clr>
            <a:srgbClr val="A4A3A4"/>
          </p15:clr>
        </p15:guide>
        <p15:guide id="4" pos="22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7" clrIdx="0"/>
  <p:cmAuthor id="1" name="RADERMACHER Ansgar 206501" initials="RA2" lastIdx="1" clrIdx="1">
    <p:extLst>
      <p:ext uri="{19B8F6BF-5375-455C-9EA6-DF929625EA0E}">
        <p15:presenceInfo xmlns:p15="http://schemas.microsoft.com/office/powerpoint/2012/main" userId="S-1-5-21-1801674531-299502267-839522115-408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CC9900"/>
    <a:srgbClr val="9999FF"/>
    <a:srgbClr val="C7E4FF"/>
    <a:srgbClr val="FE7900"/>
    <a:srgbClr val="E9F3CE"/>
    <a:srgbClr val="D2FEC4"/>
    <a:srgbClr val="C9F651"/>
    <a:srgbClr val="EDFCC5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4067" autoAdjust="0"/>
  </p:normalViewPr>
  <p:slideViewPr>
    <p:cSldViewPr>
      <p:cViewPr varScale="1">
        <p:scale>
          <a:sx n="158" d="100"/>
          <a:sy n="158" d="100"/>
        </p:scale>
        <p:origin x="1958" y="110"/>
      </p:cViewPr>
      <p:guideLst>
        <p:guide orient="horz" pos="2160"/>
        <p:guide pos="2880"/>
        <p:guide orient="horz" pos="1469"/>
        <p:guide pos="2274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26/04/2016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26/04/2016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685800"/>
            <a:ext cx="53022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77875" y="685800"/>
            <a:ext cx="530225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762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2243473" cy="4682430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25" y="3477546"/>
            <a:ext cx="890625" cy="25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43475" y="4585264"/>
            <a:ext cx="4971715" cy="97168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41" y="694213"/>
            <a:ext cx="1888977" cy="43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121" y="4313190"/>
            <a:ext cx="625066" cy="16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301094" y="4298077"/>
            <a:ext cx="584981" cy="212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14402" y="1058763"/>
            <a:ext cx="4659142" cy="180485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2413834" y="2870784"/>
            <a:ext cx="4659809" cy="1077488"/>
          </a:xfrm>
          <a:prstGeom prst="rect">
            <a:avLst/>
          </a:prstGeom>
        </p:spPr>
        <p:txBody>
          <a:bodyPr anchor="ctr" anchorCtr="0"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2243473" cy="4682430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243475" y="4585264"/>
            <a:ext cx="4971715" cy="97168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41" y="694213"/>
            <a:ext cx="1888977" cy="43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25" y="3477546"/>
            <a:ext cx="890625" cy="25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014" y="4295916"/>
            <a:ext cx="625066" cy="16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258505" y="4274326"/>
            <a:ext cx="584981" cy="212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243944" y="2755614"/>
            <a:ext cx="4971245" cy="1444517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2414402" y="1058763"/>
            <a:ext cx="4659142" cy="1371219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2413834" y="2430287"/>
            <a:ext cx="4659809" cy="195415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" y="0"/>
            <a:ext cx="2243473" cy="4682430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243475" y="4585264"/>
            <a:ext cx="4971715" cy="97168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41" y="694213"/>
            <a:ext cx="1888977" cy="43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25" y="3477546"/>
            <a:ext cx="890625" cy="25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610" y="4298075"/>
            <a:ext cx="625066" cy="16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268526" y="4274326"/>
            <a:ext cx="584981" cy="212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2414402" y="1058763"/>
            <a:ext cx="4659142" cy="1371219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243943" y="2755614"/>
            <a:ext cx="1656085" cy="1444517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3899010" y="2755614"/>
            <a:ext cx="1656085" cy="1444517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5560761" y="2755614"/>
            <a:ext cx="1656085" cy="1444517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2413834" y="2430287"/>
            <a:ext cx="4659809" cy="195415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51" y="0"/>
            <a:ext cx="4603439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2897440" y="1325910"/>
            <a:ext cx="4232922" cy="320987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2897439" y="177266"/>
            <a:ext cx="4176103" cy="1077386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200"/>
              </a:lnSpc>
              <a:spcAft>
                <a:spcPts val="0"/>
              </a:spcAft>
              <a:buNone/>
              <a:defRPr sz="85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25899" y="1107736"/>
            <a:ext cx="6477385" cy="318318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25899" y="667222"/>
            <a:ext cx="6477385" cy="4404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4062096" y="1371066"/>
            <a:ext cx="2755406" cy="2509542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25900" y="1107736"/>
            <a:ext cx="3522609" cy="318318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25900" y="667222"/>
            <a:ext cx="3522609" cy="4404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4062096" y="1371067"/>
            <a:ext cx="2755406" cy="1346583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4062095" y="2720099"/>
            <a:ext cx="1377703" cy="1153165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5439798" y="2720099"/>
            <a:ext cx="1377703" cy="1153165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25900" y="1107736"/>
            <a:ext cx="3522609" cy="318318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25900" y="667222"/>
            <a:ext cx="3522609" cy="4404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454504" y="991575"/>
            <a:ext cx="6362999" cy="1297617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25899" y="2772788"/>
            <a:ext cx="6477385" cy="151813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25899" y="2332037"/>
            <a:ext cx="6477385" cy="4404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77" y="575453"/>
            <a:ext cx="6675301" cy="2827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709837" y="3507774"/>
            <a:ext cx="2556846" cy="587328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20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51" y="0"/>
            <a:ext cx="4603439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2611751" y="0"/>
            <a:ext cx="4603439" cy="394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32960" y="3944266"/>
            <a:ext cx="1497010" cy="641463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"/>
              </a:lnSpc>
              <a:defRPr sz="850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792892" y="3944266"/>
            <a:ext cx="2803362" cy="641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ts val="1200"/>
              </a:lnSpc>
              <a:spcBef>
                <a:spcPts val="800"/>
              </a:spcBef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3pPr>
            <a:lvl4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4pPr>
            <a:lvl5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25743" y="1107736"/>
            <a:ext cx="6477385" cy="318318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buClrTx/>
              <a:buFont typeface="Wingdings" pitchFamily="2" charset="2"/>
              <a:buChar char="§"/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425740" y="666986"/>
            <a:ext cx="6493670" cy="44070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20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505671" y="62737"/>
            <a:ext cx="3806489" cy="391912"/>
          </a:xfrm>
          <a:prstGeom prst="rect">
            <a:avLst/>
          </a:prstGeom>
        </p:spPr>
        <p:txBody>
          <a:bodyPr anchor="ctr"/>
          <a:lstStyle>
            <a:lvl1pPr algn="l">
              <a:defRPr sz="2000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658" y="152231"/>
            <a:ext cx="721520" cy="207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400"/>
        </a:spcAft>
        <a:buFont typeface="Arial" charset="0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60363" indent="-360363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2000" kern="1200">
          <a:solidFill>
            <a:srgbClr val="5F5F5F"/>
          </a:solidFill>
          <a:latin typeface="+mn-lt"/>
          <a:ea typeface="+mn-ea"/>
          <a:cs typeface="+mn-cs"/>
        </a:defRPr>
      </a:lvl2pPr>
      <a:lvl3pPr marL="647700" indent="-285750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009650" indent="-238125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4"/>
        </a:buBlip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133475" indent="-114300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16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gif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212" y="11064"/>
            <a:ext cx="7210765" cy="4641947"/>
            <a:chOff x="12102" y="41095"/>
            <a:chExt cx="7210765" cy="4641947"/>
          </a:xfrm>
        </p:grpSpPr>
        <p:grpSp>
          <p:nvGrpSpPr>
            <p:cNvPr id="70" name="Group 69"/>
            <p:cNvGrpSpPr/>
            <p:nvPr/>
          </p:nvGrpSpPr>
          <p:grpSpPr>
            <a:xfrm>
              <a:off x="216544" y="824429"/>
              <a:ext cx="7006323" cy="1271394"/>
              <a:chOff x="597942" y="2015179"/>
              <a:chExt cx="7006323" cy="1271394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780822" y="2015179"/>
                <a:ext cx="6823443" cy="1271394"/>
                <a:chOff x="871205" y="1641093"/>
                <a:chExt cx="6823443" cy="1271394"/>
              </a:xfrm>
            </p:grpSpPr>
            <p:sp>
              <p:nvSpPr>
                <p:cNvPr id="75" name="Ellipse 48"/>
                <p:cNvSpPr/>
                <p:nvPr/>
              </p:nvSpPr>
              <p:spPr>
                <a:xfrm>
                  <a:off x="2026110" y="1785725"/>
                  <a:ext cx="253769" cy="253769"/>
                </a:xfrm>
                <a:prstGeom prst="ellipse">
                  <a:avLst/>
                </a:prstGeom>
                <a:solidFill>
                  <a:srgbClr val="9933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1</a:t>
                  </a:r>
                  <a:endParaRPr lang="en-US" sz="1400" dirty="0"/>
                </a:p>
              </p:txBody>
            </p:sp>
            <p:sp>
              <p:nvSpPr>
                <p:cNvPr id="76" name="ZoneTexte 49"/>
                <p:cNvSpPr txBox="1"/>
                <p:nvPr/>
              </p:nvSpPr>
              <p:spPr>
                <a:xfrm>
                  <a:off x="2264469" y="1641093"/>
                  <a:ext cx="128045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/>
                    <a:t>Generate Code (Batch)</a:t>
                  </a:r>
                  <a:endParaRPr lang="en-US" sz="1400" dirty="0"/>
                </a:p>
              </p:txBody>
            </p:sp>
            <p:sp>
              <p:nvSpPr>
                <p:cNvPr id="77" name="Organigramme : Document 51"/>
                <p:cNvSpPr/>
                <p:nvPr/>
              </p:nvSpPr>
              <p:spPr>
                <a:xfrm>
                  <a:off x="6588224" y="1902703"/>
                  <a:ext cx="1106424" cy="612648"/>
                </a:xfrm>
                <a:prstGeom prst="flowChartDocument">
                  <a:avLst/>
                </a:prstGeom>
                <a:solidFill>
                  <a:srgbClr val="CC99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>
                      <a:solidFill>
                        <a:schemeClr val="bg1"/>
                      </a:solidFill>
                    </a:rPr>
                    <a:t>Edited Code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78" name="Connecteur droit avec flèche 58"/>
                <p:cNvCxnSpPr>
                  <a:stCxn id="86" idx="3"/>
                  <a:endCxn id="79" idx="1"/>
                </p:cNvCxnSpPr>
                <p:nvPr/>
              </p:nvCxnSpPr>
              <p:spPr>
                <a:xfrm>
                  <a:off x="1979712" y="2209027"/>
                  <a:ext cx="154274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lg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" name="Organigramme : Document 59"/>
                <p:cNvSpPr/>
                <p:nvPr/>
              </p:nvSpPr>
              <p:spPr>
                <a:xfrm>
                  <a:off x="3522458" y="1902703"/>
                  <a:ext cx="1523020" cy="612648"/>
                </a:xfrm>
                <a:prstGeom prst="flowChartDocument">
                  <a:avLst/>
                </a:prstGeom>
                <a:solidFill>
                  <a:srgbClr val="CC99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>
                      <a:solidFill>
                        <a:schemeClr val="bg1"/>
                      </a:solidFill>
                    </a:rPr>
                    <a:t>Synchronization </a:t>
                  </a:r>
                  <a:r>
                    <a:rPr lang="en-US" sz="1400" dirty="0" smtClean="0">
                      <a:solidFill>
                        <a:schemeClr val="bg1"/>
                      </a:solidFill>
                    </a:rPr>
                    <a:t>Artifact (Code</a:t>
                  </a:r>
                  <a:r>
                    <a:rPr lang="en-US" sz="1400" dirty="0" smtClean="0">
                      <a:solidFill>
                        <a:schemeClr val="bg1"/>
                      </a:solidFill>
                    </a:rPr>
                    <a:t>)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80" name="Connecteur droit avec flèche 60"/>
                <p:cNvCxnSpPr>
                  <a:stCxn id="77" idx="1"/>
                  <a:endCxn id="79" idx="3"/>
                </p:cNvCxnSpPr>
                <p:nvPr/>
              </p:nvCxnSpPr>
              <p:spPr>
                <a:xfrm flipH="1">
                  <a:off x="5045478" y="2209027"/>
                  <a:ext cx="154274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med" len="lg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Ellipse 63"/>
                <p:cNvSpPr/>
                <p:nvPr/>
              </p:nvSpPr>
              <p:spPr>
                <a:xfrm>
                  <a:off x="5109916" y="1825648"/>
                  <a:ext cx="253769" cy="253769"/>
                </a:xfrm>
                <a:prstGeom prst="ellipse">
                  <a:avLst/>
                </a:prstGeom>
                <a:solidFill>
                  <a:srgbClr val="9933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2</a:t>
                  </a:r>
                  <a:endParaRPr lang="en-US" sz="1400" dirty="0"/>
                </a:p>
              </p:txBody>
            </p:sp>
            <p:sp>
              <p:nvSpPr>
                <p:cNvPr id="82" name="ZoneTexte 64"/>
                <p:cNvSpPr txBox="1"/>
                <p:nvPr/>
              </p:nvSpPr>
              <p:spPr>
                <a:xfrm>
                  <a:off x="5363685" y="1690923"/>
                  <a:ext cx="129654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/>
                    <a:t>Synchronize Code</a:t>
                  </a:r>
                  <a:endParaRPr lang="en-US" sz="1400" dirty="0"/>
                </a:p>
              </p:txBody>
            </p:sp>
            <p:cxnSp>
              <p:nvCxnSpPr>
                <p:cNvPr id="83" name="Connecteur droit avec flèche 65"/>
                <p:cNvCxnSpPr/>
                <p:nvPr/>
              </p:nvCxnSpPr>
              <p:spPr>
                <a:xfrm>
                  <a:off x="1979712" y="2334751"/>
                  <a:ext cx="154274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med" len="lg"/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Ellipse 67"/>
                <p:cNvSpPr/>
                <p:nvPr/>
              </p:nvSpPr>
              <p:spPr>
                <a:xfrm>
                  <a:off x="1926464" y="2523992"/>
                  <a:ext cx="253769" cy="253769"/>
                </a:xfrm>
                <a:prstGeom prst="ellipse">
                  <a:avLst/>
                </a:prstGeom>
                <a:solidFill>
                  <a:srgbClr val="9933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3</a:t>
                  </a:r>
                  <a:endParaRPr lang="en-US" sz="1400" dirty="0"/>
                </a:p>
              </p:txBody>
            </p:sp>
            <p:sp>
              <p:nvSpPr>
                <p:cNvPr id="85" name="ZoneTexte 68"/>
                <p:cNvSpPr txBox="1"/>
                <p:nvPr/>
              </p:nvSpPr>
              <p:spPr>
                <a:xfrm>
                  <a:off x="2170615" y="2389267"/>
                  <a:ext cx="135889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/>
                    <a:t>Reverse Code (Incremental)</a:t>
                  </a:r>
                  <a:endParaRPr lang="en-US" sz="1400" dirty="0"/>
                </a:p>
              </p:txBody>
            </p:sp>
            <p:sp>
              <p:nvSpPr>
                <p:cNvPr id="86" name="Organigramme : Document 41"/>
                <p:cNvSpPr/>
                <p:nvPr/>
              </p:nvSpPr>
              <p:spPr>
                <a:xfrm>
                  <a:off x="871205" y="1902703"/>
                  <a:ext cx="1108507" cy="612648"/>
                </a:xfrm>
                <a:prstGeom prst="flowChartDocument">
                  <a:avLst/>
                </a:prstGeom>
                <a:solidFill>
                  <a:srgbClr val="9999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>
                      <a:solidFill>
                        <a:schemeClr val="bg1"/>
                      </a:solidFill>
                    </a:rPr>
                    <a:t>Edited Model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72" name="Image 8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233" r="9624"/>
              <a:stretch/>
            </p:blipFill>
            <p:spPr>
              <a:xfrm>
                <a:off x="597942" y="2658588"/>
                <a:ext cx="365760" cy="461698"/>
              </a:xfrm>
              <a:prstGeom prst="rect">
                <a:avLst/>
              </a:prstGeom>
            </p:spPr>
          </p:pic>
          <p:pic>
            <p:nvPicPr>
              <p:cNvPr id="73" name="Image 8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84435" y="2709898"/>
                <a:ext cx="615430" cy="410287"/>
              </a:xfrm>
              <a:prstGeom prst="rect">
                <a:avLst/>
              </a:prstGeom>
            </p:spPr>
          </p:pic>
          <p:pic>
            <p:nvPicPr>
              <p:cNvPr id="74" name="Image 8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35210" y="2709898"/>
                <a:ext cx="615430" cy="410287"/>
              </a:xfrm>
              <a:prstGeom prst="rect">
                <a:avLst/>
              </a:prstGeom>
            </p:spPr>
          </p:pic>
        </p:grpSp>
        <p:grpSp>
          <p:nvGrpSpPr>
            <p:cNvPr id="87" name="Group 86"/>
            <p:cNvGrpSpPr/>
            <p:nvPr/>
          </p:nvGrpSpPr>
          <p:grpSpPr>
            <a:xfrm>
              <a:off x="216544" y="2603518"/>
              <a:ext cx="7006323" cy="1212959"/>
              <a:chOff x="597942" y="3405772"/>
              <a:chExt cx="7006323" cy="1212959"/>
            </a:xfrm>
          </p:grpSpPr>
          <p:grpSp>
            <p:nvGrpSpPr>
              <p:cNvPr id="88" name="Group 87"/>
              <p:cNvGrpSpPr/>
              <p:nvPr/>
            </p:nvGrpSpPr>
            <p:grpSpPr>
              <a:xfrm>
                <a:off x="780822" y="3405772"/>
                <a:ext cx="6823443" cy="1212959"/>
                <a:chOff x="791591" y="3405772"/>
                <a:chExt cx="6823443" cy="1212959"/>
              </a:xfrm>
            </p:grpSpPr>
            <p:sp>
              <p:nvSpPr>
                <p:cNvPr id="92" name="Ellipse 48"/>
                <p:cNvSpPr/>
                <p:nvPr/>
              </p:nvSpPr>
              <p:spPr>
                <a:xfrm>
                  <a:off x="1963795" y="3560310"/>
                  <a:ext cx="253769" cy="253769"/>
                </a:xfrm>
                <a:prstGeom prst="ellipse">
                  <a:avLst/>
                </a:prstGeom>
                <a:solidFill>
                  <a:srgbClr val="9933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</a:t>
                  </a:r>
                </a:p>
              </p:txBody>
            </p:sp>
            <p:sp>
              <p:nvSpPr>
                <p:cNvPr id="93" name="ZoneTexte 49"/>
                <p:cNvSpPr txBox="1"/>
                <p:nvPr/>
              </p:nvSpPr>
              <p:spPr>
                <a:xfrm>
                  <a:off x="2202154" y="3415678"/>
                  <a:ext cx="128045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/>
                    <a:t>Synchronize Model</a:t>
                  </a:r>
                  <a:endParaRPr lang="en-US" sz="1400" dirty="0"/>
                </a:p>
              </p:txBody>
            </p:sp>
            <p:sp>
              <p:nvSpPr>
                <p:cNvPr id="94" name="Organigramme : Document 51"/>
                <p:cNvSpPr/>
                <p:nvPr/>
              </p:nvSpPr>
              <p:spPr>
                <a:xfrm>
                  <a:off x="6508610" y="3617552"/>
                  <a:ext cx="1106424" cy="612648"/>
                </a:xfrm>
                <a:prstGeom prst="flowChartDocument">
                  <a:avLst/>
                </a:prstGeom>
                <a:solidFill>
                  <a:srgbClr val="CC99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>
                      <a:solidFill>
                        <a:schemeClr val="bg1"/>
                      </a:solidFill>
                    </a:rPr>
                    <a:t>Edited Code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95" name="Connecteur droit avec flèche 58"/>
                <p:cNvCxnSpPr>
                  <a:stCxn id="103" idx="3"/>
                  <a:endCxn id="96" idx="1"/>
                </p:cNvCxnSpPr>
                <p:nvPr/>
              </p:nvCxnSpPr>
              <p:spPr>
                <a:xfrm>
                  <a:off x="1900098" y="3923876"/>
                  <a:ext cx="154274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med" len="lg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" name="Organigramme : Document 59"/>
                <p:cNvSpPr/>
                <p:nvPr/>
              </p:nvSpPr>
              <p:spPr>
                <a:xfrm>
                  <a:off x="3442844" y="3617552"/>
                  <a:ext cx="1523020" cy="612648"/>
                </a:xfrm>
                <a:prstGeom prst="flowChartDocument">
                  <a:avLst/>
                </a:prstGeom>
                <a:solidFill>
                  <a:srgbClr val="9999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smtClean="0">
                      <a:solidFill>
                        <a:schemeClr val="bg1"/>
                      </a:solidFill>
                    </a:rPr>
                    <a:t>Synchronization </a:t>
                  </a:r>
                  <a:r>
                    <a:rPr lang="en-US" sz="1400" smtClean="0">
                      <a:solidFill>
                        <a:schemeClr val="bg1"/>
                      </a:solidFill>
                    </a:rPr>
                    <a:t>Artifact (Model</a:t>
                  </a:r>
                  <a:r>
                    <a:rPr lang="en-US" sz="1400" dirty="0" smtClean="0">
                      <a:solidFill>
                        <a:schemeClr val="bg1"/>
                      </a:solidFill>
                    </a:rPr>
                    <a:t>)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97" name="Connecteur droit avec flèche 60"/>
                <p:cNvCxnSpPr>
                  <a:stCxn id="94" idx="1"/>
                  <a:endCxn id="96" idx="3"/>
                </p:cNvCxnSpPr>
                <p:nvPr/>
              </p:nvCxnSpPr>
              <p:spPr>
                <a:xfrm flipH="1">
                  <a:off x="4965864" y="3923876"/>
                  <a:ext cx="154274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lg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Ellipse 63"/>
                <p:cNvSpPr/>
                <p:nvPr/>
              </p:nvSpPr>
              <p:spPr>
                <a:xfrm>
                  <a:off x="5030302" y="3540497"/>
                  <a:ext cx="253769" cy="253769"/>
                </a:xfrm>
                <a:prstGeom prst="ellipse">
                  <a:avLst/>
                </a:prstGeom>
                <a:solidFill>
                  <a:srgbClr val="9933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  <p:sp>
              <p:nvSpPr>
                <p:cNvPr id="99" name="ZoneTexte 64"/>
                <p:cNvSpPr txBox="1"/>
                <p:nvPr/>
              </p:nvSpPr>
              <p:spPr>
                <a:xfrm>
                  <a:off x="5284072" y="3405772"/>
                  <a:ext cx="129654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/>
                    <a:t>Reverse Code (Batch)</a:t>
                  </a:r>
                  <a:endParaRPr lang="en-US" sz="1400" dirty="0"/>
                </a:p>
              </p:txBody>
            </p:sp>
            <p:cxnSp>
              <p:nvCxnSpPr>
                <p:cNvPr id="100" name="Connecteur droit avec flèche 65"/>
                <p:cNvCxnSpPr/>
                <p:nvPr/>
              </p:nvCxnSpPr>
              <p:spPr>
                <a:xfrm>
                  <a:off x="4965864" y="4049600"/>
                  <a:ext cx="154274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lg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Ellipse 67"/>
                <p:cNvSpPr/>
                <p:nvPr/>
              </p:nvSpPr>
              <p:spPr>
                <a:xfrm>
                  <a:off x="4878792" y="4230236"/>
                  <a:ext cx="253769" cy="253769"/>
                </a:xfrm>
                <a:prstGeom prst="ellipse">
                  <a:avLst/>
                </a:prstGeom>
                <a:solidFill>
                  <a:srgbClr val="9933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3</a:t>
                  </a:r>
                </a:p>
              </p:txBody>
            </p:sp>
            <p:sp>
              <p:nvSpPr>
                <p:cNvPr id="102" name="ZoneTexte 68"/>
                <p:cNvSpPr txBox="1"/>
                <p:nvPr/>
              </p:nvSpPr>
              <p:spPr>
                <a:xfrm>
                  <a:off x="5122942" y="4095511"/>
                  <a:ext cx="146528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/>
                    <a:t>Generate Code (Incremental)</a:t>
                  </a:r>
                  <a:endParaRPr lang="en-US" sz="1400" dirty="0"/>
                </a:p>
              </p:txBody>
            </p:sp>
            <p:sp>
              <p:nvSpPr>
                <p:cNvPr id="103" name="Organigramme : Document 41"/>
                <p:cNvSpPr/>
                <p:nvPr/>
              </p:nvSpPr>
              <p:spPr>
                <a:xfrm>
                  <a:off x="791591" y="3617552"/>
                  <a:ext cx="1108507" cy="612648"/>
                </a:xfrm>
                <a:prstGeom prst="flowChartDocument">
                  <a:avLst/>
                </a:prstGeom>
                <a:solidFill>
                  <a:srgbClr val="9999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>
                      <a:solidFill>
                        <a:schemeClr val="bg1"/>
                      </a:solidFill>
                    </a:rPr>
                    <a:t>Modified </a:t>
                  </a:r>
                  <a:r>
                    <a:rPr lang="en-US" sz="1400" dirty="0" smtClean="0">
                      <a:solidFill>
                        <a:schemeClr val="bg1"/>
                      </a:solidFill>
                    </a:rPr>
                    <a:t>Model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9" name="Image 8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233" r="9624"/>
              <a:stretch/>
            </p:blipFill>
            <p:spPr>
              <a:xfrm>
                <a:off x="597942" y="3999369"/>
                <a:ext cx="365760" cy="461698"/>
              </a:xfrm>
              <a:prstGeom prst="rect">
                <a:avLst/>
              </a:prstGeom>
            </p:spPr>
          </p:pic>
          <p:pic>
            <p:nvPicPr>
              <p:cNvPr id="90" name="Image 8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233" r="9624"/>
              <a:stretch/>
            </p:blipFill>
            <p:spPr>
              <a:xfrm>
                <a:off x="3249195" y="3999369"/>
                <a:ext cx="365760" cy="461698"/>
              </a:xfrm>
              <a:prstGeom prst="rect">
                <a:avLst/>
              </a:prstGeom>
            </p:spPr>
          </p:pic>
          <p:pic>
            <p:nvPicPr>
              <p:cNvPr id="91" name="Image 8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35210" y="4064965"/>
                <a:ext cx="615430" cy="410287"/>
              </a:xfrm>
              <a:prstGeom prst="rect">
                <a:avLst/>
              </a:prstGeom>
            </p:spPr>
          </p:pic>
        </p:grpSp>
        <p:grpSp>
          <p:nvGrpSpPr>
            <p:cNvPr id="104" name="Groupe 8"/>
            <p:cNvGrpSpPr/>
            <p:nvPr/>
          </p:nvGrpSpPr>
          <p:grpSpPr>
            <a:xfrm>
              <a:off x="1260267" y="3554863"/>
              <a:ext cx="1398392" cy="653420"/>
              <a:chOff x="1551698" y="5633482"/>
              <a:chExt cx="1398392" cy="653420"/>
            </a:xfrm>
          </p:grpSpPr>
          <p:sp>
            <p:nvSpPr>
              <p:cNvPr id="105" name="Légende encadrée 1 77"/>
              <p:cNvSpPr/>
              <p:nvPr/>
            </p:nvSpPr>
            <p:spPr>
              <a:xfrm>
                <a:off x="1551698" y="5633482"/>
                <a:ext cx="1398392" cy="653420"/>
              </a:xfrm>
              <a:prstGeom prst="borderCallout1">
                <a:avLst>
                  <a:gd name="adj1" fmla="val 797"/>
                  <a:gd name="adj2" fmla="val 55532"/>
                  <a:gd name="adj3" fmla="val -68663"/>
                  <a:gd name="adj4" fmla="val 59425"/>
                </a:avLst>
              </a:prstGeom>
              <a:solidFill>
                <a:schemeClr val="accent2">
                  <a:alpha val="20000"/>
                </a:schemeClr>
              </a:solidFill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EMF Compare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6" name="Image 2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7423" y="5999252"/>
                <a:ext cx="1266941" cy="197080"/>
              </a:xfrm>
              <a:prstGeom prst="rect">
                <a:avLst/>
              </a:prstGeom>
            </p:spPr>
          </p:pic>
        </p:grpSp>
        <p:grpSp>
          <p:nvGrpSpPr>
            <p:cNvPr id="107" name="Group 106"/>
            <p:cNvGrpSpPr/>
            <p:nvPr/>
          </p:nvGrpSpPr>
          <p:grpSpPr>
            <a:xfrm>
              <a:off x="12102" y="2016034"/>
              <a:ext cx="1569466" cy="653420"/>
              <a:chOff x="3385629" y="1133913"/>
              <a:chExt cx="1569466" cy="653420"/>
            </a:xfrm>
          </p:grpSpPr>
          <p:sp>
            <p:nvSpPr>
              <p:cNvPr id="108" name="Légende encadrée 1 71"/>
              <p:cNvSpPr/>
              <p:nvPr/>
            </p:nvSpPr>
            <p:spPr>
              <a:xfrm>
                <a:off x="3385629" y="1133913"/>
                <a:ext cx="1569466" cy="653420"/>
              </a:xfrm>
              <a:prstGeom prst="borderCallout1">
                <a:avLst>
                  <a:gd name="adj1" fmla="val 21529"/>
                  <a:gd name="adj2" fmla="val 99795"/>
                  <a:gd name="adj3" fmla="val 3669"/>
                  <a:gd name="adj4" fmla="val 125269"/>
                </a:avLst>
              </a:prstGeom>
              <a:solidFill>
                <a:schemeClr val="accent2">
                  <a:alpha val="20000"/>
                </a:schemeClr>
              </a:solidFill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Papyrus + CDT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9" name="Image 5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15531" y="1393420"/>
                <a:ext cx="365415" cy="365415"/>
              </a:xfrm>
              <a:prstGeom prst="rect">
                <a:avLst/>
              </a:prstGeom>
            </p:spPr>
          </p:pic>
          <p:pic>
            <p:nvPicPr>
              <p:cNvPr id="110" name="Image 10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36094" y="1400474"/>
                <a:ext cx="566691" cy="351306"/>
              </a:xfrm>
              <a:prstGeom prst="rect">
                <a:avLst/>
              </a:prstGeom>
            </p:spPr>
          </p:pic>
        </p:grpSp>
        <p:grpSp>
          <p:nvGrpSpPr>
            <p:cNvPr id="111" name="Groupe 12"/>
            <p:cNvGrpSpPr/>
            <p:nvPr/>
          </p:nvGrpSpPr>
          <p:grpSpPr>
            <a:xfrm>
              <a:off x="1267479" y="41095"/>
              <a:ext cx="881945" cy="653420"/>
              <a:chOff x="2492699" y="855914"/>
              <a:chExt cx="881945" cy="653420"/>
            </a:xfrm>
          </p:grpSpPr>
          <p:sp>
            <p:nvSpPr>
              <p:cNvPr id="112" name="Légende encadrée 1 72"/>
              <p:cNvSpPr/>
              <p:nvPr/>
            </p:nvSpPr>
            <p:spPr>
              <a:xfrm>
                <a:off x="2492699" y="855914"/>
                <a:ext cx="881945" cy="653420"/>
              </a:xfrm>
              <a:prstGeom prst="borderCallout1">
                <a:avLst>
                  <a:gd name="adj1" fmla="val 98967"/>
                  <a:gd name="adj2" fmla="val 59511"/>
                  <a:gd name="adj3" fmla="val 125115"/>
                  <a:gd name="adj4" fmla="val 71341"/>
                </a:avLst>
              </a:prstGeom>
              <a:solidFill>
                <a:schemeClr val="accent2">
                  <a:alpha val="20000"/>
                </a:schemeClr>
              </a:solidFill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Papyrus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13" name="Image 70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0326" y="1120749"/>
                <a:ext cx="566691" cy="351306"/>
              </a:xfrm>
              <a:prstGeom prst="rect">
                <a:avLst/>
              </a:prstGeom>
            </p:spPr>
          </p:pic>
        </p:grpSp>
        <p:grpSp>
          <p:nvGrpSpPr>
            <p:cNvPr id="114" name="Groupe 13"/>
            <p:cNvGrpSpPr/>
            <p:nvPr/>
          </p:nvGrpSpPr>
          <p:grpSpPr>
            <a:xfrm>
              <a:off x="6123272" y="2036660"/>
              <a:ext cx="864460" cy="653420"/>
              <a:chOff x="7307940" y="4112821"/>
              <a:chExt cx="864460" cy="653420"/>
            </a:xfrm>
          </p:grpSpPr>
          <p:sp>
            <p:nvSpPr>
              <p:cNvPr id="115" name="Légende encadrée 1 78"/>
              <p:cNvSpPr/>
              <p:nvPr/>
            </p:nvSpPr>
            <p:spPr>
              <a:xfrm>
                <a:off x="7307940" y="4112821"/>
                <a:ext cx="864460" cy="653420"/>
              </a:xfrm>
              <a:prstGeom prst="borderCallout1">
                <a:avLst>
                  <a:gd name="adj1" fmla="val 69998"/>
                  <a:gd name="adj2" fmla="val 203"/>
                  <a:gd name="adj3" fmla="val 125101"/>
                  <a:gd name="adj4" fmla="val -37581"/>
                </a:avLst>
              </a:prstGeom>
              <a:solidFill>
                <a:schemeClr val="accent2">
                  <a:alpha val="20000"/>
                </a:schemeClr>
              </a:solidFill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Papyrus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16" name="Image 80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56824" y="4394309"/>
                <a:ext cx="566691" cy="351306"/>
              </a:xfrm>
              <a:prstGeom prst="rect">
                <a:avLst/>
              </a:prstGeom>
            </p:spPr>
          </p:pic>
        </p:grpSp>
        <p:grpSp>
          <p:nvGrpSpPr>
            <p:cNvPr id="117" name="Group 116"/>
            <p:cNvGrpSpPr/>
            <p:nvPr/>
          </p:nvGrpSpPr>
          <p:grpSpPr>
            <a:xfrm>
              <a:off x="5300447" y="94058"/>
              <a:ext cx="1368794" cy="653420"/>
              <a:chOff x="6435209" y="1490132"/>
              <a:chExt cx="1368794" cy="653420"/>
            </a:xfrm>
          </p:grpSpPr>
          <p:sp>
            <p:nvSpPr>
              <p:cNvPr id="118" name="Légende encadrée 1 76"/>
              <p:cNvSpPr/>
              <p:nvPr/>
            </p:nvSpPr>
            <p:spPr>
              <a:xfrm>
                <a:off x="6435209" y="1490132"/>
                <a:ext cx="1368794" cy="653420"/>
              </a:xfrm>
              <a:prstGeom prst="borderCallout1">
                <a:avLst>
                  <a:gd name="adj1" fmla="val 101865"/>
                  <a:gd name="adj2" fmla="val 25842"/>
                  <a:gd name="adj3" fmla="val 132506"/>
                  <a:gd name="adj4" fmla="val 16835"/>
                </a:avLst>
              </a:prstGeom>
              <a:solidFill>
                <a:schemeClr val="accent2">
                  <a:alpha val="20000"/>
                </a:schemeClr>
              </a:solidFill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Eclipse CDT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19" name="Image 5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6899" y="1763879"/>
                <a:ext cx="365415" cy="365415"/>
              </a:xfrm>
              <a:prstGeom prst="rect">
                <a:avLst/>
              </a:prstGeom>
            </p:spPr>
          </p:pic>
        </p:grpSp>
        <p:grpSp>
          <p:nvGrpSpPr>
            <p:cNvPr id="120" name="Group 119"/>
            <p:cNvGrpSpPr/>
            <p:nvPr/>
          </p:nvGrpSpPr>
          <p:grpSpPr>
            <a:xfrm>
              <a:off x="4339991" y="4029622"/>
              <a:ext cx="1507837" cy="653420"/>
              <a:chOff x="3638580" y="6083767"/>
              <a:chExt cx="1507837" cy="653420"/>
            </a:xfrm>
          </p:grpSpPr>
          <p:sp>
            <p:nvSpPr>
              <p:cNvPr id="121" name="Légende encadrée 1 79"/>
              <p:cNvSpPr/>
              <p:nvPr/>
            </p:nvSpPr>
            <p:spPr>
              <a:xfrm>
                <a:off x="3638580" y="6083767"/>
                <a:ext cx="1507837" cy="653420"/>
              </a:xfrm>
              <a:prstGeom prst="borderCallout1">
                <a:avLst>
                  <a:gd name="adj1" fmla="val 797"/>
                  <a:gd name="adj2" fmla="val 55532"/>
                  <a:gd name="adj3" fmla="val -36369"/>
                  <a:gd name="adj4" fmla="val 59085"/>
                </a:avLst>
              </a:prstGeom>
              <a:solidFill>
                <a:schemeClr val="accent2">
                  <a:alpha val="20000"/>
                </a:schemeClr>
              </a:solidFill>
              <a:ln w="158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Papyrus + </a:t>
                </a:r>
                <a:r>
                  <a:rPr lang="en-US" sz="1400" dirty="0" err="1" smtClean="0">
                    <a:solidFill>
                      <a:schemeClr val="tx1"/>
                    </a:solidFill>
                  </a:rPr>
                  <a:t>Viatra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22" name="Image 75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2911" y="6348094"/>
                <a:ext cx="566691" cy="351306"/>
              </a:xfrm>
              <a:prstGeom prst="rect">
                <a:avLst/>
              </a:prstGeom>
            </p:spPr>
          </p:pic>
          <p:pic>
            <p:nvPicPr>
              <p:cNvPr id="123" name="Picture 122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84922" y="6360396"/>
                <a:ext cx="326702" cy="32670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1226259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10805</TotalTime>
  <Words>61</Words>
  <Application>Microsoft Office PowerPoint</Application>
  <PresentationFormat>Personnalisé</PresentationFormat>
  <Paragraphs>25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CEA_Tech_List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Papyrus Model-Code Synchronization: Tooling Proposition and Tasks Status</dc:title>
  <dc:creator>shuai.li@cea.fr</dc:creator>
  <cp:lastModifiedBy>LI Shuai</cp:lastModifiedBy>
  <cp:revision>3773</cp:revision>
  <dcterms:created xsi:type="dcterms:W3CDTF">2013-02-01T10:51:35Z</dcterms:created>
  <dcterms:modified xsi:type="dcterms:W3CDTF">2016-04-26T15:08:38Z</dcterms:modified>
</cp:coreProperties>
</file>