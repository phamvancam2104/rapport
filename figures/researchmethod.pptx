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9AA74-B3BC-4717-8AD7-2F2ACF4A6B53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8848F-4664-4822-8132-2993C6C699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2276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9AA74-B3BC-4717-8AD7-2F2ACF4A6B53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8848F-4664-4822-8132-2993C6C699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8692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9AA74-B3BC-4717-8AD7-2F2ACF4A6B53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8848F-4664-4822-8132-2993C6C699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4777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9AA74-B3BC-4717-8AD7-2F2ACF4A6B53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8848F-4664-4822-8132-2993C6C699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58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9AA74-B3BC-4717-8AD7-2F2ACF4A6B53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8848F-4664-4822-8132-2993C6C699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1694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9AA74-B3BC-4717-8AD7-2F2ACF4A6B53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8848F-4664-4822-8132-2993C6C699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2362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9AA74-B3BC-4717-8AD7-2F2ACF4A6B53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8848F-4664-4822-8132-2993C6C699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3984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9AA74-B3BC-4717-8AD7-2F2ACF4A6B53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8848F-4664-4822-8132-2993C6C699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5913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9AA74-B3BC-4717-8AD7-2F2ACF4A6B53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8848F-4664-4822-8132-2993C6C699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571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9AA74-B3BC-4717-8AD7-2F2ACF4A6B53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8848F-4664-4822-8132-2993C6C699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7351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9AA74-B3BC-4717-8AD7-2F2ACF4A6B53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8848F-4664-4822-8132-2993C6C699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509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9AA74-B3BC-4717-8AD7-2F2ACF4A6B53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8848F-4664-4822-8132-2993C6C6992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250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68464" y="2780522"/>
            <a:ext cx="2561967" cy="7331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From literature to open challenges identification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3313" y="2780522"/>
            <a:ext cx="1310573" cy="7331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Motivation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86768" y="2780522"/>
            <a:ext cx="1310573" cy="7331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Problem Definition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51943" y="2780522"/>
            <a:ext cx="1310573" cy="7331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Problem Resolution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502514" y="2780522"/>
            <a:ext cx="1927486" cy="7331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Implementation and Evaluation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Organigramme : Décision 8"/>
          <p:cNvSpPr/>
          <p:nvPr/>
        </p:nvSpPr>
        <p:spPr>
          <a:xfrm>
            <a:off x="4898572" y="4189445"/>
            <a:ext cx="2753372" cy="457200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Improvable?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561048" y="6038166"/>
            <a:ext cx="1420272" cy="7331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Contribution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Organigramme : Décision 12"/>
          <p:cNvSpPr/>
          <p:nvPr/>
        </p:nvSpPr>
        <p:spPr>
          <a:xfrm>
            <a:off x="4898571" y="5093800"/>
            <a:ext cx="2753372" cy="635196"/>
          </a:xfrm>
          <a:prstGeom prst="flowChartDecisio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Remaining problem?</a:t>
            </a:r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5" name="Connecteur droit avec flèche 14"/>
          <p:cNvCxnSpPr>
            <a:stCxn id="4" idx="3"/>
            <a:endCxn id="5" idx="1"/>
          </p:cNvCxnSpPr>
          <p:nvPr/>
        </p:nvCxnSpPr>
        <p:spPr>
          <a:xfrm>
            <a:off x="3030431" y="3147106"/>
            <a:ext cx="6228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5" idx="3"/>
            <a:endCxn id="6" idx="1"/>
          </p:cNvCxnSpPr>
          <p:nvPr/>
        </p:nvCxnSpPr>
        <p:spPr>
          <a:xfrm>
            <a:off x="4963886" y="3147106"/>
            <a:ext cx="6228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/>
          <p:cNvCxnSpPr>
            <a:stCxn id="6" idx="3"/>
            <a:endCxn id="7" idx="1"/>
          </p:cNvCxnSpPr>
          <p:nvPr/>
        </p:nvCxnSpPr>
        <p:spPr>
          <a:xfrm>
            <a:off x="6897341" y="3147106"/>
            <a:ext cx="7546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>
            <a:stCxn id="7" idx="3"/>
            <a:endCxn id="8" idx="1"/>
          </p:cNvCxnSpPr>
          <p:nvPr/>
        </p:nvCxnSpPr>
        <p:spPr>
          <a:xfrm>
            <a:off x="8962516" y="3147106"/>
            <a:ext cx="539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en angle 22"/>
          <p:cNvCxnSpPr>
            <a:stCxn id="8" idx="2"/>
            <a:endCxn id="9" idx="3"/>
          </p:cNvCxnSpPr>
          <p:nvPr/>
        </p:nvCxnSpPr>
        <p:spPr>
          <a:xfrm rot="5400000">
            <a:off x="8606924" y="2558711"/>
            <a:ext cx="904355" cy="28143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en angle 26"/>
          <p:cNvCxnSpPr>
            <a:stCxn id="9" idx="1"/>
            <a:endCxn id="4" idx="2"/>
          </p:cNvCxnSpPr>
          <p:nvPr/>
        </p:nvCxnSpPr>
        <p:spPr>
          <a:xfrm rot="10800000">
            <a:off x="1749448" y="3513691"/>
            <a:ext cx="3149124" cy="9043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>
            <a:stCxn id="9" idx="2"/>
            <a:endCxn id="13" idx="0"/>
          </p:cNvCxnSpPr>
          <p:nvPr/>
        </p:nvCxnSpPr>
        <p:spPr>
          <a:xfrm flipH="1">
            <a:off x="6275257" y="4646645"/>
            <a:ext cx="1" cy="4471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en angle 30"/>
          <p:cNvCxnSpPr>
            <a:stCxn id="13" idx="1"/>
            <a:endCxn id="4" idx="2"/>
          </p:cNvCxnSpPr>
          <p:nvPr/>
        </p:nvCxnSpPr>
        <p:spPr>
          <a:xfrm rot="10800000">
            <a:off x="1749449" y="3513690"/>
            <a:ext cx="3149123" cy="18977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/>
          <p:cNvCxnSpPr>
            <a:stCxn id="13" idx="2"/>
            <a:endCxn id="10" idx="0"/>
          </p:cNvCxnSpPr>
          <p:nvPr/>
        </p:nvCxnSpPr>
        <p:spPr>
          <a:xfrm flipH="1">
            <a:off x="6271184" y="5728996"/>
            <a:ext cx="4073" cy="309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4308599" y="4093212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YES</a:t>
            </a:r>
            <a:endParaRPr lang="fr-FR"/>
          </a:p>
        </p:txBody>
      </p:sp>
      <p:sp>
        <p:nvSpPr>
          <p:cNvPr id="39" name="ZoneTexte 38"/>
          <p:cNvSpPr txBox="1"/>
          <p:nvPr/>
        </p:nvSpPr>
        <p:spPr>
          <a:xfrm>
            <a:off x="4308598" y="5064315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YES</a:t>
            </a:r>
            <a:endParaRPr lang="fr-FR"/>
          </a:p>
        </p:txBody>
      </p:sp>
      <p:sp>
        <p:nvSpPr>
          <p:cNvPr id="40" name="ZoneTexte 39"/>
          <p:cNvSpPr txBox="1"/>
          <p:nvPr/>
        </p:nvSpPr>
        <p:spPr>
          <a:xfrm>
            <a:off x="6273433" y="4685556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NO</a:t>
            </a:r>
            <a:endParaRPr lang="fr-FR"/>
          </a:p>
        </p:txBody>
      </p:sp>
      <p:sp>
        <p:nvSpPr>
          <p:cNvPr id="41" name="ZoneTexte 40"/>
          <p:cNvSpPr txBox="1"/>
          <p:nvPr/>
        </p:nvSpPr>
        <p:spPr>
          <a:xfrm>
            <a:off x="6352589" y="5698915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NO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44297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</Words>
  <Application>Microsoft Office PowerPoint</Application>
  <PresentationFormat>Grand écran</PresentationFormat>
  <Paragraphs>12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>Commissariat à l'Energie Atomique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PHAM Van Cam</dc:creator>
  <cp:lastModifiedBy>PHAM Van Cam</cp:lastModifiedBy>
  <cp:revision>3</cp:revision>
  <dcterms:created xsi:type="dcterms:W3CDTF">2016-08-02T13:56:25Z</dcterms:created>
  <dcterms:modified xsi:type="dcterms:W3CDTF">2016-08-02T13:58:56Z</dcterms:modified>
</cp:coreProperties>
</file>